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4"/>
  </p:sldMasterIdLst>
  <p:notesMasterIdLst>
    <p:notesMasterId r:id="rId5"/>
  </p:notesMasterIdLst>
  <p:sldIdLst>
    <p:sldId id="256" r:id="rId22"/>
    <p:sldId id="257" r:id="rId23"/>
    <p:sldId id="258" r:id="rId24"/>
    <p:sldId id="259" r:id="rId25"/>
    <p:sldId id="260" r:id="rId26"/>
    <p:sldId id="261" r:id="rId27"/>
    <p:sldId id="262" r:id="rId28"/>
    <p:sldId id="263" r:id="rId29"/>
    <p:sldId id="264" r:id="rId30"/>
    <p:sldId id="265"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 id="284" r:id="rId50"/>
    <p:sldId id="285" r:id="rId51"/>
    <p:sldId id="286" r:id="rId52"/>
    <p:sldId id="287" r:id="rId53"/>
    <p:sldId id="288" r:id="rId54"/>
  </p:sldIdLst>
  <p:sldSz cy="13716000" cx="24384000"/>
  <p:notesSz cx="6858000" cy="9144000"/>
  <p:embeddedFontLst>
    <p:embeddedFont>
      <p:font typeface="Inter"/>
      <p:regular r:id="rId64"/>
      <p:bold r:id="rId65"/>
      <p:italic r:id="rId66"/>
      <p:boldItalic r:id="rId67"/>
    </p:embeddedFont>
    <p:embeddedFont>
      <p:font typeface="Inter Medium"/>
      <p:regular r:id="rId68"/>
      <p:bold r:id="rId69"/>
      <p:italic r:id="rId70"/>
      <p:boldItalic r:id="rId71"/>
    </p:embeddedFont>
    <p:embeddedFont>
      <p:font typeface="JetBrains Mono"/>
      <p:regular r:id="rId72"/>
      <p:bold r:id="rId73"/>
      <p:italic r:id="rId74"/>
      <p:boldItalic r:id="rId75"/>
    </p:embeddedFont>
    <p:embeddedFont>
      <p:font typeface="Open Sans"/>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D423F9-EF50-4CAE-A870-601BB9B8D04D}">
  <a:tblStyle styleId="{EFD423F9-EF50-4CAE-A870-601BB9B8D0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22" Type="http://schemas.openxmlformats.org/officeDocument/2006/relationships/slide" Target="slides/slide1.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 Id="rId36" Type="http://schemas.openxmlformats.org/officeDocument/2006/relationships/slide" Target="slides/slide15.xml"/><Relationship Id="rId37" Type="http://schemas.openxmlformats.org/officeDocument/2006/relationships/slide" Target="slides/slide16.xml"/><Relationship Id="rId38" Type="http://schemas.openxmlformats.org/officeDocument/2006/relationships/slide" Target="slides/slide17.xml"/><Relationship Id="rId39" Type="http://schemas.openxmlformats.org/officeDocument/2006/relationships/slide" Target="slides/slide18.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22.xml"/><Relationship Id="rId44" Type="http://schemas.openxmlformats.org/officeDocument/2006/relationships/slide" Target="slides/slide23.xml"/><Relationship Id="rId45" Type="http://schemas.openxmlformats.org/officeDocument/2006/relationships/slide" Target="slides/slide24.xml"/><Relationship Id="rId46" Type="http://schemas.openxmlformats.org/officeDocument/2006/relationships/slide" Target="slides/slide25.xml"/><Relationship Id="rId47" Type="http://schemas.openxmlformats.org/officeDocument/2006/relationships/slide" Target="slides/slide26.xml"/><Relationship Id="rId48" Type="http://schemas.openxmlformats.org/officeDocument/2006/relationships/slide" Target="slides/slide27.xml"/><Relationship Id="rId49" Type="http://schemas.openxmlformats.org/officeDocument/2006/relationships/slide" Target="slides/slide28.xml"/><Relationship Id="rId50" Type="http://schemas.openxmlformats.org/officeDocument/2006/relationships/slide" Target="slides/slide29.xml"/><Relationship Id="rId51" Type="http://schemas.openxmlformats.org/officeDocument/2006/relationships/slide" Target="slides/slide30.xml"/><Relationship Id="rId52" Type="http://schemas.openxmlformats.org/officeDocument/2006/relationships/slide" Target="slides/slide31.xml"/><Relationship Id="rId53" Type="http://schemas.openxmlformats.org/officeDocument/2006/relationships/slide" Target="slides/slide32.xml"/><Relationship Id="rId54" Type="http://schemas.openxmlformats.org/officeDocument/2006/relationships/slide" Target="slides/slide33.xml"/><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schemas.openxmlformats.org/officeDocument/2006/relationships/font" Target="fonts/InterMedium-regular.fntdata"/><Relationship Id="rId69" Type="http://schemas.openxmlformats.org/officeDocument/2006/relationships/font" Target="fonts/InterMedium-bold.fntdata"/><Relationship Id="rId70" Type="http://schemas.openxmlformats.org/officeDocument/2006/relationships/font" Target="fonts/InterMedium-italic.fntdata"/><Relationship Id="rId71" Type="http://schemas.openxmlformats.org/officeDocument/2006/relationships/font" Target="fonts/InterMedium-boldItalic.fntdata"/><Relationship Id="rId72" Type="http://schemas.openxmlformats.org/officeDocument/2006/relationships/font" Target="fonts/JetBrainsMono-regular.fntdata"/><Relationship Id="rId73" Type="http://schemas.openxmlformats.org/officeDocument/2006/relationships/font" Target="fonts/JetBrainsMono-bold.fntdata"/><Relationship Id="rId74" Type="http://schemas.openxmlformats.org/officeDocument/2006/relationships/font" Target="fonts/JetBrainsMono-italic.fntdata"/><Relationship Id="rId75" Type="http://schemas.openxmlformats.org/officeDocument/2006/relationships/font" Target="fonts/JetBrainsMono-boldItalic.fntdata"/><Relationship Id="rId76" Type="http://schemas.openxmlformats.org/officeDocument/2006/relationships/font" Target="fonts/OpenSans-regular.fntdata"/><Relationship Id="rId77" Type="http://schemas.openxmlformats.org/officeDocument/2006/relationships/font" Target="fonts/OpenSans-bold.fntdata"/><Relationship Id="rId78" Type="http://schemas.openxmlformats.org/officeDocument/2006/relationships/font" Target="fonts/OpenSans-italic.fntdata"/><Relationship Id="rId79"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talk covers the pre-filter mechanism for MATCH edge traversals. Three PRs that share one idea: filter vertices before you load them from disk. I will walk you through the architecture, then the cost model, then how to read what the optimization does at runtime through PROFILE. By the end you should be able to debug a MATCH query and know whether the pre-filter fired, why, and what it cost.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Look at the diagram. A MATCH edge traversal walks a LinkBag, calls loadEntity for each RID, then asks the WHERE clause if the vertex matches. That loadEntity call is the expensive part. On a forum with ten thousand posts, when WHERE matches three of them, we load and throw away nine thousand nine hundred ninety seven. The fix is small in idea and big in plumbing: we push the filter before the load. Three PRs build, validate, and tune this mechanism.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Quick glossary for anyone who has not touched MATCH. LinkBag is the on disk list of target RIDs of an edge. RID is record ID, cluster plus position. Collection ID is the numeric tag every record carries identifying its class. Dollar matched is the MATCH context that holds already bound aliases. PROFILE is the SQL keyword that emits per step counters.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LDBC IC3, friends in countries. The reason it is our anchor is that it carries four different filter shapes in a single query. There is a date range on the message that maps to an index. There is an IN list on the message country, also indexed. There is a NOT IN list on the person country. And the whole thing has two branches from the friend vertex. We will see each PR in this talk hit a different one of those four shapes.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did not pick these patterns from a textbook. They came out of profiling LDBC SNB. IC3 has two of the three classes: date range and country IN are index-backed property filters; NOT IN is effectively a class filter. IC5 adds back-reference. IC10 mixes class filter and back-reference.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shapes, one structure. Each walks the LinkBag, loads every vertex, filters at the end. PR 822 adds the mechanism. PR 923 adds tests plus corner cases. PR 973 tunes the cost model.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MATCH planner already does cost-based edge ordering. The gap is that once an edge is chosen, the runtime treats it as a plain LinkBag walk. It does not look at the target's WHERE clause, and it does not look at whether another alias has pinned the target's RID. Closing this gap is what the first PR does.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descriptor types cover the three bottleneck classes. Case A checks the class through the collection ID, no disk access. Case B asks the index for the set of RIDs that match. Case C reads the reverse adjacency list of the bound vertex and intersects. All three end up as fields on the LinkBag iterator. Same iterator code, three different data sources.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Pre-filter is not MATCH-only. SELECT expand(out('E')) followed by a WHERE is the same problem in a different syntax. So the analyzer lives in TraversalPreFilterHelper, and both ExpandStep and MatchEdgeTraverser call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planner pass is a second pass. The first pass reorders edges by cost. The second pass walks the ordered edges and asks: does this edge's target have a WHERE we can pre-filter? If yes, attach a descriptor. We reuse the existing cost-model selectivity estimate to gate attachment.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picture for IC5. The forward LinkBag is huge: every post in the forum. The reverse LinkBag is small: posts by this one friend. Their intersection is what we actually want. RidSet, rewritten in PR 781, uses an IntMap of Roaring bitmaps. Membership test is a few instructions.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pre-filter mechanisms in place after PR 822. Class filter, index filter, adjacency intersection. All three live behind the same iterator. The planner decides which descriptor to attach per edge.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 822 is the foundation, not the finish line. Four gaps. One: the selectivity check is a single formula, fine for adjacency intersection but wrong for IndexLookup, fixed in PR 973. Two and three: small parser gaps that PR 923 picks up. Four: no PROFILE output, lands in 973 too.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Pre-filter is correct either way. If it does not fire, the query still returns the right answer, just slower. So a regression is invisible to any test that checks results. PR 923 is the test layer that asserts this query uses the pre-filter, through EXPLAIN.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descriptor types times eleven topologies times six edge methods. The twenty negative tests are the interesting part. both() cannot use pre-filter because direction is ambiguous. WHILE cannot use it. OR in WHERE cannot use it. Each negative test is comment-as-spec.</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bugs. Writing tests caught both. RID literals were skipped because the planner only handled $matched.X.@rid. BETWEEN was not recognised as a range because the condition class did not implement isIndexAware.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Once 822 was deployed we reviewed PROFILE output on production-shaped workloads. For IndexLookup edges, the selectivity check ran per vertex and made the same decision every time. A signal that does not change should not be sampled per vertex. So we split the check.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concrete descriptor types now. DirectRid always passes. EdgeRidLookup keeps per-vertex overlap, threshold 0.8. IndexLookup asks index statistics for class-level selectivity, threshold 0.95. Composite passes if any child passes.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selectivity check decides whether to pre-filter. We also need to decide when to materialise. Building the RID set is not free. The formula is the break-even. If the LinkBag walk will touch at least m entries, the build is worth it.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modes. BUILD_EAGER materialises on the first qualifying vertex. DEFERRED_WITH_NET waits. Three conditions for eager: forecastN &gt; ceil(m), rootSourceRows &gt;= 30 (CLT), and selectivity is known. If any fails, defer and let runtime accumulator decide.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forecast is sourceRows times mean fan-out. CLT says the mean of a sample of size N has relative error proportional to one over sqrt(N). For LDBC SNB the fan-out is heavy-tailed. With small N, the forecast is unreliable. Below 30 we defer. Thirty is the textbook CLT threshold.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PR 973, when selectivity came back unknown, we proceeded optimistically because the cap was 100K. PR 973 auto-scales the cap up to 10M. The safety net is gone. So we switched to defensive REJECT with a named skip reason.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what you read when debugging a slow query. Per edge, you see whether the pre-filter applied, how many times, the build time, the filter rate. When it did not apply, you see why, with the threshold checked. Eight skip reasons cover every gate.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wins per PR, each row from that PR's own JMH comparison. PR 822: IC7 over 10x, IC12 over 2x, IS7 over 2x. PR 923 is test suite, no headline delta. PR 973: IC3 over 11x, IC9 nearly 5x. Each percentage is against a different fork point, you cannot add them. The chain produced two queries with over 10x speedup on its own, IC7 from 822 and IC3 from 973.</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 to the query we opened with. Pre-filter fires at three sites in IC3. Two IndexLookup descriptors, one class filter. PR 822 enables all three. PR 973 tunes IndexLookup activation. Multi-branch structure is a sibling project on hash join, not part of this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things on the roadmap. Live cost measurement so load-to-scan adapts to the storage tier. Histograms on edge properties so fan-out picks up correlation. Composite pre-filter combining index lookup and back-reference. Tighter integration with hash-join.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files, in order. Start with the helper, follow the planner pass, then resolveWithCache, then the per-descriptor selectivity check, then the PROFILE output. Thanks. Questions.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internal cache that PR 973 hardened. The cache stores RID sets. When a key is rejected we cache null. Without the parallel reasons map, an interleaved skip on a different vertex would mask the original cause in PROFILE.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most common question on this PR. loadToScanRatio is constant 100. Why not measure it live? Because pre-filter pre-rejects vertices that we would have measured. The sample is biased toward cheap loads.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p:cSld name="CUSTOM_2">
    <p:spTree>
      <p:nvGrpSpPr>
        <p:cNvPr id="9" name="Shape 9"/>
        <p:cNvGrpSpPr/>
        <p:nvPr/>
      </p:nvGrpSpPr>
      <p:grpSpPr>
        <a:xfrm>
          <a:off x="0" y="0"/>
          <a:ext cx="0" cy="0"/>
          <a:chOff x="0" y="0"/>
          <a:chExt cx="0" cy="0"/>
        </a:xfrm>
      </p:grpSpPr>
      <p:sp>
        <p:nvSpPr>
          <p:cNvPr id="10" name="Google Shape;10;p2"/>
          <p:cNvSpPr txBox="1"/>
          <p:nvPr>
            <p:ph idx="1" type="body"/>
          </p:nvPr>
        </p:nvSpPr>
        <p:spPr>
          <a:xfrm>
            <a:off x="1097267" y="1170432"/>
            <a:ext cx="9420000" cy="2341500"/>
          </a:xfrm>
          <a:prstGeom prst="rect">
            <a:avLst/>
          </a:prstGeom>
        </p:spPr>
        <p:txBody>
          <a:bodyPr anchorCtr="0" anchor="t" bIns="0" lIns="0" spcFirstLastPara="1" rIns="0" wrap="square" tIns="195025">
            <a:noAutofit/>
          </a:bodyPr>
          <a:lstStyle>
            <a:lvl1pPr indent="-463550" lvl="0" marL="457200">
              <a:spcBef>
                <a:spcPts val="0"/>
              </a:spcBef>
              <a:spcAft>
                <a:spcPts val="0"/>
              </a:spcAft>
              <a:buSzPts val="3700"/>
              <a:buChar char="●"/>
              <a:defRPr/>
            </a:lvl1pPr>
            <a:lvl2pPr indent="-463550" lvl="1" marL="914400">
              <a:spcBef>
                <a:spcPts val="1600"/>
              </a:spcBef>
              <a:spcAft>
                <a:spcPts val="0"/>
              </a:spcAft>
              <a:buSzPts val="3700"/>
              <a:buChar char="○"/>
              <a:defRPr/>
            </a:lvl2pPr>
            <a:lvl3pPr indent="-463550" lvl="2" marL="1371600">
              <a:spcBef>
                <a:spcPts val="1600"/>
              </a:spcBef>
              <a:spcAft>
                <a:spcPts val="0"/>
              </a:spcAft>
              <a:buSzPts val="3700"/>
              <a:buChar char="■"/>
              <a:defRPr/>
            </a:lvl3pPr>
            <a:lvl4pPr indent="-463550" lvl="3" marL="1828800">
              <a:spcBef>
                <a:spcPts val="1600"/>
              </a:spcBef>
              <a:spcAft>
                <a:spcPts val="0"/>
              </a:spcAft>
              <a:buSzPts val="3700"/>
              <a:buChar char="●"/>
              <a:defRPr/>
            </a:lvl4pPr>
            <a:lvl5pPr indent="-463550" lvl="4" marL="2286000">
              <a:spcBef>
                <a:spcPts val="1600"/>
              </a:spcBef>
              <a:spcAft>
                <a:spcPts val="0"/>
              </a:spcAft>
              <a:buSzPts val="3700"/>
              <a:buChar char="○"/>
              <a:defRPr/>
            </a:lvl5pPr>
            <a:lvl6pPr indent="-463550" lvl="5" marL="2743200">
              <a:spcBef>
                <a:spcPts val="1600"/>
              </a:spcBef>
              <a:spcAft>
                <a:spcPts val="0"/>
              </a:spcAft>
              <a:buSzPts val="3700"/>
              <a:buChar char="■"/>
              <a:defRPr/>
            </a:lvl6pPr>
            <a:lvl7pPr indent="-463550" lvl="6" marL="3200400">
              <a:spcBef>
                <a:spcPts val="1600"/>
              </a:spcBef>
              <a:spcAft>
                <a:spcPts val="0"/>
              </a:spcAft>
              <a:buSzPts val="3700"/>
              <a:buChar char="●"/>
              <a:defRPr/>
            </a:lvl7pPr>
            <a:lvl8pPr indent="-463550" lvl="7" marL="3657600">
              <a:spcBef>
                <a:spcPts val="1600"/>
              </a:spcBef>
              <a:spcAft>
                <a:spcPts val="0"/>
              </a:spcAft>
              <a:buSzPts val="3700"/>
              <a:buChar char="○"/>
              <a:defRPr/>
            </a:lvl8pPr>
            <a:lvl9pPr indent="-463550" lvl="8" marL="4114800">
              <a:spcBef>
                <a:spcPts val="1600"/>
              </a:spcBef>
              <a:spcAft>
                <a:spcPts val="1600"/>
              </a:spcAft>
              <a:buSzPts val="3700"/>
              <a:buChar char="■"/>
              <a:defRPr/>
            </a:lvl9pPr>
          </a:lstStyle>
          <a:p/>
        </p:txBody>
      </p:sp>
      <p:sp>
        <p:nvSpPr>
          <p:cNvPr id="11" name="Google Shape;11;p2"/>
          <p:cNvSpPr txBox="1"/>
          <p:nvPr>
            <p:ph type="title"/>
          </p:nvPr>
        </p:nvSpPr>
        <p:spPr>
          <a:xfrm>
            <a:off x="1097267" y="3364233"/>
            <a:ext cx="18430800" cy="5438400"/>
          </a:xfrm>
          <a:prstGeom prst="rect">
            <a:avLst/>
          </a:prstGeom>
        </p:spPr>
        <p:txBody>
          <a:bodyPr anchorCtr="0" anchor="t" bIns="243750" lIns="0" spcFirstLastPara="1" rIns="0" wrap="square" tIns="243750">
            <a:noAutofit/>
          </a:bodyPr>
          <a:lstStyle>
            <a:lvl1pPr lvl="0">
              <a:spcBef>
                <a:spcPts val="0"/>
              </a:spcBef>
              <a:spcAft>
                <a:spcPts val="0"/>
              </a:spcAft>
              <a:buSzPts val="12800"/>
              <a:buNone/>
              <a:defRPr sz="12800"/>
            </a:lvl1pPr>
            <a:lvl2pPr lvl="1">
              <a:spcBef>
                <a:spcPts val="0"/>
              </a:spcBef>
              <a:spcAft>
                <a:spcPts val="0"/>
              </a:spcAft>
              <a:buSzPts val="8800"/>
              <a:buNone/>
              <a:defRPr>
                <a:latin typeface="Open Sans"/>
                <a:ea typeface="Open Sans"/>
                <a:cs typeface="Open Sans"/>
                <a:sym typeface="Open Sans"/>
              </a:defRPr>
            </a:lvl2pPr>
            <a:lvl3pPr lvl="2">
              <a:spcBef>
                <a:spcPts val="0"/>
              </a:spcBef>
              <a:spcAft>
                <a:spcPts val="0"/>
              </a:spcAft>
              <a:buSzPts val="8800"/>
              <a:buNone/>
              <a:defRPr>
                <a:latin typeface="Open Sans"/>
                <a:ea typeface="Open Sans"/>
                <a:cs typeface="Open Sans"/>
                <a:sym typeface="Open Sans"/>
              </a:defRPr>
            </a:lvl3pPr>
            <a:lvl4pPr lvl="3">
              <a:spcBef>
                <a:spcPts val="0"/>
              </a:spcBef>
              <a:spcAft>
                <a:spcPts val="0"/>
              </a:spcAft>
              <a:buSzPts val="8800"/>
              <a:buNone/>
              <a:defRPr>
                <a:latin typeface="Open Sans"/>
                <a:ea typeface="Open Sans"/>
                <a:cs typeface="Open Sans"/>
                <a:sym typeface="Open Sans"/>
              </a:defRPr>
            </a:lvl4pPr>
            <a:lvl5pPr lvl="4">
              <a:spcBef>
                <a:spcPts val="0"/>
              </a:spcBef>
              <a:spcAft>
                <a:spcPts val="0"/>
              </a:spcAft>
              <a:buSzPts val="8800"/>
              <a:buNone/>
              <a:defRPr>
                <a:latin typeface="Open Sans"/>
                <a:ea typeface="Open Sans"/>
                <a:cs typeface="Open Sans"/>
                <a:sym typeface="Open Sans"/>
              </a:defRPr>
            </a:lvl5pPr>
            <a:lvl6pPr lvl="5">
              <a:spcBef>
                <a:spcPts val="0"/>
              </a:spcBef>
              <a:spcAft>
                <a:spcPts val="0"/>
              </a:spcAft>
              <a:buSzPts val="8800"/>
              <a:buNone/>
              <a:defRPr>
                <a:latin typeface="Open Sans"/>
                <a:ea typeface="Open Sans"/>
                <a:cs typeface="Open Sans"/>
                <a:sym typeface="Open Sans"/>
              </a:defRPr>
            </a:lvl6pPr>
            <a:lvl7pPr lvl="6">
              <a:spcBef>
                <a:spcPts val="0"/>
              </a:spcBef>
              <a:spcAft>
                <a:spcPts val="0"/>
              </a:spcAft>
              <a:buSzPts val="8800"/>
              <a:buNone/>
              <a:defRPr>
                <a:latin typeface="Open Sans"/>
                <a:ea typeface="Open Sans"/>
                <a:cs typeface="Open Sans"/>
                <a:sym typeface="Open Sans"/>
              </a:defRPr>
            </a:lvl7pPr>
            <a:lvl8pPr lvl="7">
              <a:spcBef>
                <a:spcPts val="0"/>
              </a:spcBef>
              <a:spcAft>
                <a:spcPts val="0"/>
              </a:spcAft>
              <a:buSzPts val="8800"/>
              <a:buNone/>
              <a:defRPr>
                <a:latin typeface="Open Sans"/>
                <a:ea typeface="Open Sans"/>
                <a:cs typeface="Open Sans"/>
                <a:sym typeface="Open Sans"/>
              </a:defRPr>
            </a:lvl8pPr>
            <a:lvl9pPr lvl="8">
              <a:spcBef>
                <a:spcPts val="0"/>
              </a:spcBef>
              <a:spcAft>
                <a:spcPts val="0"/>
              </a:spcAft>
              <a:buSzPts val="8800"/>
              <a:buNone/>
              <a:defRPr>
                <a:latin typeface="Open Sans"/>
                <a:ea typeface="Open Sans"/>
                <a:cs typeface="Open Sans"/>
                <a:sym typeface="Open Sans"/>
              </a:defRPr>
            </a:lvl9pPr>
          </a:lstStyle>
          <a:p/>
        </p:txBody>
      </p:sp>
      <p:sp>
        <p:nvSpPr>
          <p:cNvPr id="12" name="Google Shape;12;p2"/>
          <p:cNvSpPr txBox="1"/>
          <p:nvPr>
            <p:ph idx="2" type="body"/>
          </p:nvPr>
        </p:nvSpPr>
        <p:spPr>
          <a:xfrm>
            <a:off x="1097267" y="9436600"/>
            <a:ext cx="14651100" cy="1713600"/>
          </a:xfrm>
          <a:prstGeom prst="rect">
            <a:avLst/>
          </a:prstGeom>
        </p:spPr>
        <p:txBody>
          <a:bodyPr anchorCtr="0" anchor="t" bIns="0" lIns="0" spcFirstLastPara="1" rIns="0" wrap="square" tIns="195025">
            <a:noAutofit/>
          </a:bodyPr>
          <a:lstStyle>
            <a:lvl1pPr indent="-463550" lvl="0" marL="457200">
              <a:lnSpc>
                <a:spcPct val="100000"/>
              </a:lnSpc>
              <a:spcBef>
                <a:spcPts val="0"/>
              </a:spcBef>
              <a:spcAft>
                <a:spcPts val="0"/>
              </a:spcAft>
              <a:buSzPts val="3700"/>
              <a:buChar char="●"/>
              <a:defRPr/>
            </a:lvl1pPr>
            <a:lvl2pPr indent="-463550" lvl="1" marL="914400">
              <a:lnSpc>
                <a:spcPct val="100000"/>
              </a:lnSpc>
              <a:spcBef>
                <a:spcPts val="500"/>
              </a:spcBef>
              <a:spcAft>
                <a:spcPts val="0"/>
              </a:spcAft>
              <a:buSzPts val="3700"/>
              <a:buChar char="○"/>
              <a:defRPr/>
            </a:lvl2pPr>
            <a:lvl3pPr indent="-463550" lvl="2" marL="1371600">
              <a:lnSpc>
                <a:spcPct val="100000"/>
              </a:lnSpc>
              <a:spcBef>
                <a:spcPts val="500"/>
              </a:spcBef>
              <a:spcAft>
                <a:spcPts val="0"/>
              </a:spcAft>
              <a:buSzPts val="3700"/>
              <a:buChar char="■"/>
              <a:defRPr/>
            </a:lvl3pPr>
            <a:lvl4pPr indent="-463550" lvl="3" marL="1828800">
              <a:lnSpc>
                <a:spcPct val="100000"/>
              </a:lnSpc>
              <a:spcBef>
                <a:spcPts val="500"/>
              </a:spcBef>
              <a:spcAft>
                <a:spcPts val="0"/>
              </a:spcAft>
              <a:buSzPts val="3700"/>
              <a:buChar char="●"/>
              <a:defRPr/>
            </a:lvl4pPr>
            <a:lvl5pPr indent="-463550" lvl="4" marL="2286000">
              <a:lnSpc>
                <a:spcPct val="100000"/>
              </a:lnSpc>
              <a:spcBef>
                <a:spcPts val="500"/>
              </a:spcBef>
              <a:spcAft>
                <a:spcPts val="0"/>
              </a:spcAft>
              <a:buSzPts val="3700"/>
              <a:buChar char="○"/>
              <a:defRPr/>
            </a:lvl5pPr>
            <a:lvl6pPr indent="-463550" lvl="5" marL="2743200">
              <a:lnSpc>
                <a:spcPct val="100000"/>
              </a:lnSpc>
              <a:spcBef>
                <a:spcPts val="500"/>
              </a:spcBef>
              <a:spcAft>
                <a:spcPts val="0"/>
              </a:spcAft>
              <a:buSzPts val="3700"/>
              <a:buChar char="■"/>
              <a:defRPr/>
            </a:lvl6pPr>
            <a:lvl7pPr indent="-463550" lvl="6" marL="3200400">
              <a:lnSpc>
                <a:spcPct val="100000"/>
              </a:lnSpc>
              <a:spcBef>
                <a:spcPts val="500"/>
              </a:spcBef>
              <a:spcAft>
                <a:spcPts val="0"/>
              </a:spcAft>
              <a:buSzPts val="3700"/>
              <a:buChar char="●"/>
              <a:defRPr/>
            </a:lvl7pPr>
            <a:lvl8pPr indent="-463550" lvl="7" marL="3657600">
              <a:lnSpc>
                <a:spcPct val="100000"/>
              </a:lnSpc>
              <a:spcBef>
                <a:spcPts val="500"/>
              </a:spcBef>
              <a:spcAft>
                <a:spcPts val="0"/>
              </a:spcAft>
              <a:buSzPts val="3700"/>
              <a:buChar char="○"/>
              <a:defRPr/>
            </a:lvl8pPr>
            <a:lvl9pPr indent="-463550" lvl="8" marL="4114800">
              <a:lnSpc>
                <a:spcPct val="100000"/>
              </a:lnSpc>
              <a:spcBef>
                <a:spcPts val="500"/>
              </a:spcBef>
              <a:spcAft>
                <a:spcPts val="500"/>
              </a:spcAft>
              <a:buSzPts val="37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slide with a background">
  <p:cSld name="CUSTOM_2_1">
    <p:spTree>
      <p:nvGrpSpPr>
        <p:cNvPr id="13" name="Shape 13"/>
        <p:cNvGrpSpPr/>
        <p:nvPr/>
      </p:nvGrpSpPr>
      <p:grpSpPr>
        <a:xfrm>
          <a:off x="0" y="0"/>
          <a:ext cx="0" cy="0"/>
          <a:chOff x="0" y="0"/>
          <a:chExt cx="0" cy="0"/>
        </a:xfrm>
      </p:grpSpPr>
      <p:sp>
        <p:nvSpPr>
          <p:cNvPr id="14" name="Google Shape;14;p3"/>
          <p:cNvSpPr/>
          <p:nvPr>
            <p:ph idx="2" type="pic"/>
          </p:nvPr>
        </p:nvSpPr>
        <p:spPr>
          <a:xfrm>
            <a:off x="0" y="0"/>
            <a:ext cx="24384000" cy="13716000"/>
          </a:xfrm>
          <a:prstGeom prst="rect">
            <a:avLst/>
          </a:prstGeom>
          <a:noFill/>
          <a:ln>
            <a:noFill/>
          </a:ln>
        </p:spPr>
      </p:sp>
      <p:sp>
        <p:nvSpPr>
          <p:cNvPr id="15" name="Google Shape;15;p3"/>
          <p:cNvSpPr txBox="1"/>
          <p:nvPr>
            <p:ph type="title"/>
          </p:nvPr>
        </p:nvSpPr>
        <p:spPr>
          <a:xfrm>
            <a:off x="1097267" y="3364233"/>
            <a:ext cx="18430800" cy="5438400"/>
          </a:xfrm>
          <a:prstGeom prst="rect">
            <a:avLst/>
          </a:prstGeom>
        </p:spPr>
        <p:txBody>
          <a:bodyPr anchorCtr="0" anchor="t" bIns="243750" lIns="0" spcFirstLastPara="1" rIns="0" wrap="square" tIns="243750">
            <a:noAutofit/>
          </a:bodyPr>
          <a:lstStyle>
            <a:lvl1pPr lvl="0" rtl="0">
              <a:spcBef>
                <a:spcPts val="0"/>
              </a:spcBef>
              <a:spcAft>
                <a:spcPts val="0"/>
              </a:spcAft>
              <a:buClr>
                <a:srgbClr val="FFFFFF"/>
              </a:buClr>
              <a:buSzPts val="12800"/>
              <a:buNone/>
              <a:defRPr sz="12800">
                <a:solidFill>
                  <a:srgbClr val="FFFFFF"/>
                </a:solidFill>
              </a:defRPr>
            </a:lvl1pPr>
            <a:lvl2pPr lvl="1" rtl="0">
              <a:spcBef>
                <a:spcPts val="0"/>
              </a:spcBef>
              <a:spcAft>
                <a:spcPts val="0"/>
              </a:spcAft>
              <a:buSzPts val="8800"/>
              <a:buNone/>
              <a:defRPr>
                <a:latin typeface="Open Sans"/>
                <a:ea typeface="Open Sans"/>
                <a:cs typeface="Open Sans"/>
                <a:sym typeface="Open Sans"/>
              </a:defRPr>
            </a:lvl2pPr>
            <a:lvl3pPr lvl="2" rtl="0">
              <a:spcBef>
                <a:spcPts val="0"/>
              </a:spcBef>
              <a:spcAft>
                <a:spcPts val="0"/>
              </a:spcAft>
              <a:buSzPts val="8800"/>
              <a:buNone/>
              <a:defRPr>
                <a:latin typeface="Open Sans"/>
                <a:ea typeface="Open Sans"/>
                <a:cs typeface="Open Sans"/>
                <a:sym typeface="Open Sans"/>
              </a:defRPr>
            </a:lvl3pPr>
            <a:lvl4pPr lvl="3" rtl="0">
              <a:spcBef>
                <a:spcPts val="0"/>
              </a:spcBef>
              <a:spcAft>
                <a:spcPts val="0"/>
              </a:spcAft>
              <a:buSzPts val="8800"/>
              <a:buNone/>
              <a:defRPr>
                <a:latin typeface="Open Sans"/>
                <a:ea typeface="Open Sans"/>
                <a:cs typeface="Open Sans"/>
                <a:sym typeface="Open Sans"/>
              </a:defRPr>
            </a:lvl4pPr>
            <a:lvl5pPr lvl="4" rtl="0">
              <a:spcBef>
                <a:spcPts val="0"/>
              </a:spcBef>
              <a:spcAft>
                <a:spcPts val="0"/>
              </a:spcAft>
              <a:buSzPts val="8800"/>
              <a:buNone/>
              <a:defRPr>
                <a:latin typeface="Open Sans"/>
                <a:ea typeface="Open Sans"/>
                <a:cs typeface="Open Sans"/>
                <a:sym typeface="Open Sans"/>
              </a:defRPr>
            </a:lvl5pPr>
            <a:lvl6pPr lvl="5" rtl="0">
              <a:spcBef>
                <a:spcPts val="0"/>
              </a:spcBef>
              <a:spcAft>
                <a:spcPts val="0"/>
              </a:spcAft>
              <a:buSzPts val="8800"/>
              <a:buNone/>
              <a:defRPr>
                <a:latin typeface="Open Sans"/>
                <a:ea typeface="Open Sans"/>
                <a:cs typeface="Open Sans"/>
                <a:sym typeface="Open Sans"/>
              </a:defRPr>
            </a:lvl6pPr>
            <a:lvl7pPr lvl="6" rtl="0">
              <a:spcBef>
                <a:spcPts val="0"/>
              </a:spcBef>
              <a:spcAft>
                <a:spcPts val="0"/>
              </a:spcAft>
              <a:buSzPts val="8800"/>
              <a:buNone/>
              <a:defRPr>
                <a:latin typeface="Open Sans"/>
                <a:ea typeface="Open Sans"/>
                <a:cs typeface="Open Sans"/>
                <a:sym typeface="Open Sans"/>
              </a:defRPr>
            </a:lvl7pPr>
            <a:lvl8pPr lvl="7" rtl="0">
              <a:spcBef>
                <a:spcPts val="0"/>
              </a:spcBef>
              <a:spcAft>
                <a:spcPts val="0"/>
              </a:spcAft>
              <a:buSzPts val="8800"/>
              <a:buNone/>
              <a:defRPr>
                <a:latin typeface="Open Sans"/>
                <a:ea typeface="Open Sans"/>
                <a:cs typeface="Open Sans"/>
                <a:sym typeface="Open Sans"/>
              </a:defRPr>
            </a:lvl8pPr>
            <a:lvl9pPr lvl="8" rtl="0">
              <a:spcBef>
                <a:spcPts val="0"/>
              </a:spcBef>
              <a:spcAft>
                <a:spcPts val="0"/>
              </a:spcAft>
              <a:buSzPts val="8800"/>
              <a:buNone/>
              <a:defRPr>
                <a:latin typeface="Open Sans"/>
                <a:ea typeface="Open Sans"/>
                <a:cs typeface="Open Sans"/>
                <a:sym typeface="Open Sans"/>
              </a:defRPr>
            </a:lvl9pPr>
          </a:lstStyle>
          <a:p/>
        </p:txBody>
      </p:sp>
      <p:sp>
        <p:nvSpPr>
          <p:cNvPr id="16" name="Google Shape;16;p3"/>
          <p:cNvSpPr txBox="1"/>
          <p:nvPr>
            <p:ph idx="1" type="body"/>
          </p:nvPr>
        </p:nvSpPr>
        <p:spPr>
          <a:xfrm>
            <a:off x="1097267" y="9436600"/>
            <a:ext cx="14651100" cy="1713600"/>
          </a:xfrm>
          <a:prstGeom prst="rect">
            <a:avLst/>
          </a:prstGeom>
        </p:spPr>
        <p:txBody>
          <a:bodyPr anchorCtr="0" anchor="t" bIns="0" lIns="0" spcFirstLastPara="1" rIns="0" wrap="square" tIns="195025">
            <a:noAutofit/>
          </a:bodyPr>
          <a:lstStyle>
            <a:lvl1pPr indent="-463550" lvl="0" marL="457200" rtl="0">
              <a:lnSpc>
                <a:spcPct val="100000"/>
              </a:lnSpc>
              <a:spcBef>
                <a:spcPts val="0"/>
              </a:spcBef>
              <a:spcAft>
                <a:spcPts val="0"/>
              </a:spcAft>
              <a:buClr>
                <a:schemeClr val="lt1"/>
              </a:buClr>
              <a:buSzPts val="3700"/>
              <a:buChar char="●"/>
              <a:defRPr>
                <a:solidFill>
                  <a:schemeClr val="lt1"/>
                </a:solidFill>
              </a:defRPr>
            </a:lvl1pPr>
            <a:lvl2pPr indent="-463550" lvl="1" marL="914400" rtl="0">
              <a:lnSpc>
                <a:spcPct val="100000"/>
              </a:lnSpc>
              <a:spcBef>
                <a:spcPts val="500"/>
              </a:spcBef>
              <a:spcAft>
                <a:spcPts val="0"/>
              </a:spcAft>
              <a:buClr>
                <a:schemeClr val="lt1"/>
              </a:buClr>
              <a:buSzPts val="3700"/>
              <a:buChar char="○"/>
              <a:defRPr>
                <a:solidFill>
                  <a:schemeClr val="lt1"/>
                </a:solidFill>
              </a:defRPr>
            </a:lvl2pPr>
            <a:lvl3pPr indent="-463550" lvl="2" marL="1371600" rtl="0">
              <a:lnSpc>
                <a:spcPct val="100000"/>
              </a:lnSpc>
              <a:spcBef>
                <a:spcPts val="500"/>
              </a:spcBef>
              <a:spcAft>
                <a:spcPts val="0"/>
              </a:spcAft>
              <a:buClr>
                <a:schemeClr val="lt1"/>
              </a:buClr>
              <a:buSzPts val="3700"/>
              <a:buChar char="■"/>
              <a:defRPr>
                <a:solidFill>
                  <a:schemeClr val="lt1"/>
                </a:solidFill>
              </a:defRPr>
            </a:lvl3pPr>
            <a:lvl4pPr indent="-463550" lvl="3" marL="1828800" rtl="0">
              <a:lnSpc>
                <a:spcPct val="100000"/>
              </a:lnSpc>
              <a:spcBef>
                <a:spcPts val="500"/>
              </a:spcBef>
              <a:spcAft>
                <a:spcPts val="0"/>
              </a:spcAft>
              <a:buClr>
                <a:schemeClr val="lt1"/>
              </a:buClr>
              <a:buSzPts val="3700"/>
              <a:buChar char="●"/>
              <a:defRPr>
                <a:solidFill>
                  <a:schemeClr val="lt1"/>
                </a:solidFill>
              </a:defRPr>
            </a:lvl4pPr>
            <a:lvl5pPr indent="-463550" lvl="4" marL="2286000" rtl="0">
              <a:lnSpc>
                <a:spcPct val="100000"/>
              </a:lnSpc>
              <a:spcBef>
                <a:spcPts val="500"/>
              </a:spcBef>
              <a:spcAft>
                <a:spcPts val="0"/>
              </a:spcAft>
              <a:buClr>
                <a:schemeClr val="lt1"/>
              </a:buClr>
              <a:buSzPts val="3700"/>
              <a:buChar char="○"/>
              <a:defRPr>
                <a:solidFill>
                  <a:schemeClr val="lt1"/>
                </a:solidFill>
              </a:defRPr>
            </a:lvl5pPr>
            <a:lvl6pPr indent="-463550" lvl="5" marL="2743200" rtl="0">
              <a:lnSpc>
                <a:spcPct val="100000"/>
              </a:lnSpc>
              <a:spcBef>
                <a:spcPts val="500"/>
              </a:spcBef>
              <a:spcAft>
                <a:spcPts val="0"/>
              </a:spcAft>
              <a:buClr>
                <a:schemeClr val="lt1"/>
              </a:buClr>
              <a:buSzPts val="3700"/>
              <a:buChar char="■"/>
              <a:defRPr>
                <a:solidFill>
                  <a:schemeClr val="lt1"/>
                </a:solidFill>
              </a:defRPr>
            </a:lvl6pPr>
            <a:lvl7pPr indent="-463550" lvl="6" marL="3200400" rtl="0">
              <a:lnSpc>
                <a:spcPct val="100000"/>
              </a:lnSpc>
              <a:spcBef>
                <a:spcPts val="500"/>
              </a:spcBef>
              <a:spcAft>
                <a:spcPts val="0"/>
              </a:spcAft>
              <a:buClr>
                <a:schemeClr val="lt1"/>
              </a:buClr>
              <a:buSzPts val="3700"/>
              <a:buChar char="●"/>
              <a:defRPr>
                <a:solidFill>
                  <a:schemeClr val="lt1"/>
                </a:solidFill>
              </a:defRPr>
            </a:lvl7pPr>
            <a:lvl8pPr indent="-463550" lvl="7" marL="3657600" rtl="0">
              <a:lnSpc>
                <a:spcPct val="100000"/>
              </a:lnSpc>
              <a:spcBef>
                <a:spcPts val="500"/>
              </a:spcBef>
              <a:spcAft>
                <a:spcPts val="0"/>
              </a:spcAft>
              <a:buClr>
                <a:schemeClr val="lt1"/>
              </a:buClr>
              <a:buSzPts val="3700"/>
              <a:buChar char="○"/>
              <a:defRPr>
                <a:solidFill>
                  <a:schemeClr val="lt1"/>
                </a:solidFill>
              </a:defRPr>
            </a:lvl8pPr>
            <a:lvl9pPr indent="-463550" lvl="8" marL="4114800" rtl="0">
              <a:lnSpc>
                <a:spcPct val="100000"/>
              </a:lnSpc>
              <a:spcBef>
                <a:spcPts val="500"/>
              </a:spcBef>
              <a:spcAft>
                <a:spcPts val="500"/>
              </a:spcAft>
              <a:buClr>
                <a:schemeClr val="lt1"/>
              </a:buClr>
              <a:buSzPts val="3700"/>
              <a:buChar char="■"/>
              <a:defRPr>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with a background and a photo">
  <p:cSld name="CUSTOM_2_1_1">
    <p:spTree>
      <p:nvGrpSpPr>
        <p:cNvPr id="17" name="Shape 17"/>
        <p:cNvGrpSpPr/>
        <p:nvPr/>
      </p:nvGrpSpPr>
      <p:grpSpPr>
        <a:xfrm>
          <a:off x="0" y="0"/>
          <a:ext cx="0" cy="0"/>
          <a:chOff x="0" y="0"/>
          <a:chExt cx="0" cy="0"/>
        </a:xfrm>
      </p:grpSpPr>
      <p:sp>
        <p:nvSpPr>
          <p:cNvPr id="18" name="Google Shape;18;p4"/>
          <p:cNvSpPr/>
          <p:nvPr>
            <p:ph idx="2" type="pic"/>
          </p:nvPr>
        </p:nvSpPr>
        <p:spPr>
          <a:xfrm>
            <a:off x="0" y="0"/>
            <a:ext cx="24384000" cy="13716000"/>
          </a:xfrm>
          <a:prstGeom prst="rect">
            <a:avLst/>
          </a:prstGeom>
          <a:noFill/>
          <a:ln>
            <a:noFill/>
          </a:ln>
        </p:spPr>
      </p:sp>
      <p:sp>
        <p:nvSpPr>
          <p:cNvPr id="19" name="Google Shape;19;p4"/>
          <p:cNvSpPr txBox="1"/>
          <p:nvPr>
            <p:ph type="title"/>
          </p:nvPr>
        </p:nvSpPr>
        <p:spPr>
          <a:xfrm>
            <a:off x="1097267" y="3364233"/>
            <a:ext cx="18430800" cy="5438400"/>
          </a:xfrm>
          <a:prstGeom prst="rect">
            <a:avLst/>
          </a:prstGeom>
        </p:spPr>
        <p:txBody>
          <a:bodyPr anchorCtr="0" anchor="t" bIns="243750" lIns="0" spcFirstLastPara="1" rIns="0" wrap="square" tIns="243750">
            <a:noAutofit/>
          </a:bodyPr>
          <a:lstStyle>
            <a:lvl1pPr lvl="0" rtl="0">
              <a:spcBef>
                <a:spcPts val="0"/>
              </a:spcBef>
              <a:spcAft>
                <a:spcPts val="0"/>
              </a:spcAft>
              <a:buClr>
                <a:srgbClr val="FFFFFF"/>
              </a:buClr>
              <a:buSzPts val="12800"/>
              <a:buNone/>
              <a:defRPr sz="12800">
                <a:solidFill>
                  <a:srgbClr val="FFFFFF"/>
                </a:solidFill>
              </a:defRPr>
            </a:lvl1pPr>
            <a:lvl2pPr lvl="1" rtl="0">
              <a:spcBef>
                <a:spcPts val="0"/>
              </a:spcBef>
              <a:spcAft>
                <a:spcPts val="0"/>
              </a:spcAft>
              <a:buSzPts val="8800"/>
              <a:buNone/>
              <a:defRPr>
                <a:latin typeface="Open Sans"/>
                <a:ea typeface="Open Sans"/>
                <a:cs typeface="Open Sans"/>
                <a:sym typeface="Open Sans"/>
              </a:defRPr>
            </a:lvl2pPr>
            <a:lvl3pPr lvl="2" rtl="0">
              <a:spcBef>
                <a:spcPts val="0"/>
              </a:spcBef>
              <a:spcAft>
                <a:spcPts val="0"/>
              </a:spcAft>
              <a:buSzPts val="8800"/>
              <a:buNone/>
              <a:defRPr>
                <a:latin typeface="Open Sans"/>
                <a:ea typeface="Open Sans"/>
                <a:cs typeface="Open Sans"/>
                <a:sym typeface="Open Sans"/>
              </a:defRPr>
            </a:lvl3pPr>
            <a:lvl4pPr lvl="3" rtl="0">
              <a:spcBef>
                <a:spcPts val="0"/>
              </a:spcBef>
              <a:spcAft>
                <a:spcPts val="0"/>
              </a:spcAft>
              <a:buSzPts val="8800"/>
              <a:buNone/>
              <a:defRPr>
                <a:latin typeface="Open Sans"/>
                <a:ea typeface="Open Sans"/>
                <a:cs typeface="Open Sans"/>
                <a:sym typeface="Open Sans"/>
              </a:defRPr>
            </a:lvl4pPr>
            <a:lvl5pPr lvl="4" rtl="0">
              <a:spcBef>
                <a:spcPts val="0"/>
              </a:spcBef>
              <a:spcAft>
                <a:spcPts val="0"/>
              </a:spcAft>
              <a:buSzPts val="8800"/>
              <a:buNone/>
              <a:defRPr>
                <a:latin typeface="Open Sans"/>
                <a:ea typeface="Open Sans"/>
                <a:cs typeface="Open Sans"/>
                <a:sym typeface="Open Sans"/>
              </a:defRPr>
            </a:lvl5pPr>
            <a:lvl6pPr lvl="5" rtl="0">
              <a:spcBef>
                <a:spcPts val="0"/>
              </a:spcBef>
              <a:spcAft>
                <a:spcPts val="0"/>
              </a:spcAft>
              <a:buSzPts val="8800"/>
              <a:buNone/>
              <a:defRPr>
                <a:latin typeface="Open Sans"/>
                <a:ea typeface="Open Sans"/>
                <a:cs typeface="Open Sans"/>
                <a:sym typeface="Open Sans"/>
              </a:defRPr>
            </a:lvl6pPr>
            <a:lvl7pPr lvl="6" rtl="0">
              <a:spcBef>
                <a:spcPts val="0"/>
              </a:spcBef>
              <a:spcAft>
                <a:spcPts val="0"/>
              </a:spcAft>
              <a:buSzPts val="8800"/>
              <a:buNone/>
              <a:defRPr>
                <a:latin typeface="Open Sans"/>
                <a:ea typeface="Open Sans"/>
                <a:cs typeface="Open Sans"/>
                <a:sym typeface="Open Sans"/>
              </a:defRPr>
            </a:lvl7pPr>
            <a:lvl8pPr lvl="7" rtl="0">
              <a:spcBef>
                <a:spcPts val="0"/>
              </a:spcBef>
              <a:spcAft>
                <a:spcPts val="0"/>
              </a:spcAft>
              <a:buSzPts val="8800"/>
              <a:buNone/>
              <a:defRPr>
                <a:latin typeface="Open Sans"/>
                <a:ea typeface="Open Sans"/>
                <a:cs typeface="Open Sans"/>
                <a:sym typeface="Open Sans"/>
              </a:defRPr>
            </a:lvl8pPr>
            <a:lvl9pPr lvl="8" rtl="0">
              <a:spcBef>
                <a:spcPts val="0"/>
              </a:spcBef>
              <a:spcAft>
                <a:spcPts val="0"/>
              </a:spcAft>
              <a:buSzPts val="8800"/>
              <a:buNone/>
              <a:defRPr>
                <a:latin typeface="Open Sans"/>
                <a:ea typeface="Open Sans"/>
                <a:cs typeface="Open Sans"/>
                <a:sym typeface="Open Sans"/>
              </a:defRPr>
            </a:lvl9pPr>
          </a:lstStyle>
          <a:p/>
        </p:txBody>
      </p:sp>
      <p:sp>
        <p:nvSpPr>
          <p:cNvPr id="20" name="Google Shape;20;p4"/>
          <p:cNvSpPr/>
          <p:nvPr>
            <p:ph idx="3" type="pic"/>
          </p:nvPr>
        </p:nvSpPr>
        <p:spPr>
          <a:xfrm>
            <a:off x="16337266" y="0"/>
            <a:ext cx="8046900" cy="13716000"/>
          </a:xfrm>
          <a:prstGeom prst="rect">
            <a:avLst/>
          </a:prstGeom>
          <a:noFill/>
          <a:ln>
            <a:noFill/>
          </a:ln>
        </p:spPr>
      </p:sp>
      <p:sp>
        <p:nvSpPr>
          <p:cNvPr id="21" name="Google Shape;21;p4"/>
          <p:cNvSpPr txBox="1"/>
          <p:nvPr>
            <p:ph idx="1" type="body"/>
          </p:nvPr>
        </p:nvSpPr>
        <p:spPr>
          <a:xfrm>
            <a:off x="1097267" y="9436600"/>
            <a:ext cx="14651100" cy="1713600"/>
          </a:xfrm>
          <a:prstGeom prst="rect">
            <a:avLst/>
          </a:prstGeom>
        </p:spPr>
        <p:txBody>
          <a:bodyPr anchorCtr="0" anchor="t" bIns="0" lIns="0" spcFirstLastPara="1" rIns="0" wrap="square" tIns="195025">
            <a:noAutofit/>
          </a:bodyPr>
          <a:lstStyle>
            <a:lvl1pPr indent="-463550" lvl="0" marL="457200" rtl="0">
              <a:lnSpc>
                <a:spcPct val="100000"/>
              </a:lnSpc>
              <a:spcBef>
                <a:spcPts val="0"/>
              </a:spcBef>
              <a:spcAft>
                <a:spcPts val="0"/>
              </a:spcAft>
              <a:buClr>
                <a:schemeClr val="lt1"/>
              </a:buClr>
              <a:buSzPts val="3700"/>
              <a:buChar char="●"/>
              <a:defRPr>
                <a:solidFill>
                  <a:schemeClr val="lt1"/>
                </a:solidFill>
              </a:defRPr>
            </a:lvl1pPr>
            <a:lvl2pPr indent="-463550" lvl="1" marL="914400" rtl="0">
              <a:lnSpc>
                <a:spcPct val="100000"/>
              </a:lnSpc>
              <a:spcBef>
                <a:spcPts val="500"/>
              </a:spcBef>
              <a:spcAft>
                <a:spcPts val="0"/>
              </a:spcAft>
              <a:buClr>
                <a:schemeClr val="lt1"/>
              </a:buClr>
              <a:buSzPts val="3700"/>
              <a:buChar char="○"/>
              <a:defRPr>
                <a:solidFill>
                  <a:schemeClr val="lt1"/>
                </a:solidFill>
              </a:defRPr>
            </a:lvl2pPr>
            <a:lvl3pPr indent="-463550" lvl="2" marL="1371600" rtl="0">
              <a:lnSpc>
                <a:spcPct val="100000"/>
              </a:lnSpc>
              <a:spcBef>
                <a:spcPts val="500"/>
              </a:spcBef>
              <a:spcAft>
                <a:spcPts val="0"/>
              </a:spcAft>
              <a:buClr>
                <a:schemeClr val="lt1"/>
              </a:buClr>
              <a:buSzPts val="3700"/>
              <a:buChar char="■"/>
              <a:defRPr>
                <a:solidFill>
                  <a:schemeClr val="lt1"/>
                </a:solidFill>
              </a:defRPr>
            </a:lvl3pPr>
            <a:lvl4pPr indent="-463550" lvl="3" marL="1828800" rtl="0">
              <a:lnSpc>
                <a:spcPct val="100000"/>
              </a:lnSpc>
              <a:spcBef>
                <a:spcPts val="500"/>
              </a:spcBef>
              <a:spcAft>
                <a:spcPts val="0"/>
              </a:spcAft>
              <a:buClr>
                <a:schemeClr val="lt1"/>
              </a:buClr>
              <a:buSzPts val="3700"/>
              <a:buChar char="●"/>
              <a:defRPr>
                <a:solidFill>
                  <a:schemeClr val="lt1"/>
                </a:solidFill>
              </a:defRPr>
            </a:lvl4pPr>
            <a:lvl5pPr indent="-463550" lvl="4" marL="2286000" rtl="0">
              <a:lnSpc>
                <a:spcPct val="100000"/>
              </a:lnSpc>
              <a:spcBef>
                <a:spcPts val="500"/>
              </a:spcBef>
              <a:spcAft>
                <a:spcPts val="0"/>
              </a:spcAft>
              <a:buClr>
                <a:schemeClr val="lt1"/>
              </a:buClr>
              <a:buSzPts val="3700"/>
              <a:buChar char="○"/>
              <a:defRPr>
                <a:solidFill>
                  <a:schemeClr val="lt1"/>
                </a:solidFill>
              </a:defRPr>
            </a:lvl5pPr>
            <a:lvl6pPr indent="-463550" lvl="5" marL="2743200" rtl="0">
              <a:lnSpc>
                <a:spcPct val="100000"/>
              </a:lnSpc>
              <a:spcBef>
                <a:spcPts val="500"/>
              </a:spcBef>
              <a:spcAft>
                <a:spcPts val="0"/>
              </a:spcAft>
              <a:buClr>
                <a:schemeClr val="lt1"/>
              </a:buClr>
              <a:buSzPts val="3700"/>
              <a:buChar char="■"/>
              <a:defRPr>
                <a:solidFill>
                  <a:schemeClr val="lt1"/>
                </a:solidFill>
              </a:defRPr>
            </a:lvl6pPr>
            <a:lvl7pPr indent="-463550" lvl="6" marL="3200400" rtl="0">
              <a:lnSpc>
                <a:spcPct val="100000"/>
              </a:lnSpc>
              <a:spcBef>
                <a:spcPts val="500"/>
              </a:spcBef>
              <a:spcAft>
                <a:spcPts val="0"/>
              </a:spcAft>
              <a:buClr>
                <a:schemeClr val="lt1"/>
              </a:buClr>
              <a:buSzPts val="3700"/>
              <a:buChar char="●"/>
              <a:defRPr>
                <a:solidFill>
                  <a:schemeClr val="lt1"/>
                </a:solidFill>
              </a:defRPr>
            </a:lvl7pPr>
            <a:lvl8pPr indent="-463550" lvl="7" marL="3657600" rtl="0">
              <a:lnSpc>
                <a:spcPct val="100000"/>
              </a:lnSpc>
              <a:spcBef>
                <a:spcPts val="500"/>
              </a:spcBef>
              <a:spcAft>
                <a:spcPts val="0"/>
              </a:spcAft>
              <a:buClr>
                <a:schemeClr val="lt1"/>
              </a:buClr>
              <a:buSzPts val="3700"/>
              <a:buChar char="○"/>
              <a:defRPr>
                <a:solidFill>
                  <a:schemeClr val="lt1"/>
                </a:solidFill>
              </a:defRPr>
            </a:lvl8pPr>
            <a:lvl9pPr indent="-463550" lvl="8" marL="4114800" rtl="0">
              <a:lnSpc>
                <a:spcPct val="100000"/>
              </a:lnSpc>
              <a:spcBef>
                <a:spcPts val="500"/>
              </a:spcBef>
              <a:spcAft>
                <a:spcPts val="500"/>
              </a:spcAft>
              <a:buClr>
                <a:schemeClr val="lt1"/>
              </a:buClr>
              <a:buSzPts val="3700"/>
              <a:buChar char="■"/>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 header">
  <p:cSld name="CUSTOM_3">
    <p:spTree>
      <p:nvGrpSpPr>
        <p:cNvPr id="22" name="Shape 22"/>
        <p:cNvGrpSpPr/>
        <p:nvPr/>
      </p:nvGrpSpPr>
      <p:grpSpPr>
        <a:xfrm>
          <a:off x="0" y="0"/>
          <a:ext cx="0" cy="0"/>
          <a:chOff x="0" y="0"/>
          <a:chExt cx="0" cy="0"/>
        </a:xfrm>
      </p:grpSpPr>
      <p:sp>
        <p:nvSpPr>
          <p:cNvPr id="23" name="Google Shape;23;p5"/>
          <p:cNvSpPr txBox="1"/>
          <p:nvPr>
            <p:ph idx="1" type="body"/>
          </p:nvPr>
        </p:nvSpPr>
        <p:spPr>
          <a:xfrm>
            <a:off x="1097267" y="9436600"/>
            <a:ext cx="14651100" cy="1713600"/>
          </a:xfrm>
          <a:prstGeom prst="rect">
            <a:avLst/>
          </a:prstGeom>
        </p:spPr>
        <p:txBody>
          <a:bodyPr anchorCtr="0" anchor="t" bIns="0" lIns="0" spcFirstLastPara="1" rIns="0" wrap="square" tIns="195025">
            <a:noAutofit/>
          </a:bodyPr>
          <a:lstStyle>
            <a:lvl1pPr indent="-463550" lvl="0" marL="457200" rtl="0">
              <a:lnSpc>
                <a:spcPct val="100000"/>
              </a:lnSpc>
              <a:spcBef>
                <a:spcPts val="0"/>
              </a:spcBef>
              <a:spcAft>
                <a:spcPts val="0"/>
              </a:spcAft>
              <a:buSzPts val="3700"/>
              <a:buChar char="●"/>
              <a:defRPr/>
            </a:lvl1pPr>
            <a:lvl2pPr indent="-463550" lvl="1" marL="914400" rtl="0">
              <a:lnSpc>
                <a:spcPct val="100000"/>
              </a:lnSpc>
              <a:spcBef>
                <a:spcPts val="500"/>
              </a:spcBef>
              <a:spcAft>
                <a:spcPts val="0"/>
              </a:spcAft>
              <a:buSzPts val="3700"/>
              <a:buChar char="○"/>
              <a:defRPr/>
            </a:lvl2pPr>
            <a:lvl3pPr indent="-463550" lvl="2" marL="1371600" rtl="0">
              <a:lnSpc>
                <a:spcPct val="100000"/>
              </a:lnSpc>
              <a:spcBef>
                <a:spcPts val="500"/>
              </a:spcBef>
              <a:spcAft>
                <a:spcPts val="0"/>
              </a:spcAft>
              <a:buSzPts val="3700"/>
              <a:buChar char="■"/>
              <a:defRPr/>
            </a:lvl3pPr>
            <a:lvl4pPr indent="-463550" lvl="3" marL="1828800" rtl="0">
              <a:lnSpc>
                <a:spcPct val="100000"/>
              </a:lnSpc>
              <a:spcBef>
                <a:spcPts val="500"/>
              </a:spcBef>
              <a:spcAft>
                <a:spcPts val="0"/>
              </a:spcAft>
              <a:buSzPts val="3700"/>
              <a:buChar char="●"/>
              <a:defRPr/>
            </a:lvl4pPr>
            <a:lvl5pPr indent="-463550" lvl="4" marL="2286000" rtl="0">
              <a:lnSpc>
                <a:spcPct val="100000"/>
              </a:lnSpc>
              <a:spcBef>
                <a:spcPts val="500"/>
              </a:spcBef>
              <a:spcAft>
                <a:spcPts val="0"/>
              </a:spcAft>
              <a:buSzPts val="3700"/>
              <a:buChar char="○"/>
              <a:defRPr/>
            </a:lvl5pPr>
            <a:lvl6pPr indent="-463550" lvl="5" marL="2743200" rtl="0">
              <a:lnSpc>
                <a:spcPct val="100000"/>
              </a:lnSpc>
              <a:spcBef>
                <a:spcPts val="500"/>
              </a:spcBef>
              <a:spcAft>
                <a:spcPts val="0"/>
              </a:spcAft>
              <a:buSzPts val="3700"/>
              <a:buChar char="■"/>
              <a:defRPr/>
            </a:lvl6pPr>
            <a:lvl7pPr indent="-463550" lvl="6" marL="3200400" rtl="0">
              <a:lnSpc>
                <a:spcPct val="100000"/>
              </a:lnSpc>
              <a:spcBef>
                <a:spcPts val="500"/>
              </a:spcBef>
              <a:spcAft>
                <a:spcPts val="0"/>
              </a:spcAft>
              <a:buSzPts val="3700"/>
              <a:buChar char="●"/>
              <a:defRPr/>
            </a:lvl7pPr>
            <a:lvl8pPr indent="-463550" lvl="7" marL="3657600" rtl="0">
              <a:lnSpc>
                <a:spcPct val="100000"/>
              </a:lnSpc>
              <a:spcBef>
                <a:spcPts val="500"/>
              </a:spcBef>
              <a:spcAft>
                <a:spcPts val="0"/>
              </a:spcAft>
              <a:buSzPts val="3700"/>
              <a:buChar char="○"/>
              <a:defRPr/>
            </a:lvl8pPr>
            <a:lvl9pPr indent="-463550" lvl="8" marL="4114800" rtl="0">
              <a:lnSpc>
                <a:spcPct val="100000"/>
              </a:lnSpc>
              <a:spcBef>
                <a:spcPts val="500"/>
              </a:spcBef>
              <a:spcAft>
                <a:spcPts val="500"/>
              </a:spcAft>
              <a:buSzPts val="3700"/>
              <a:buChar char="■"/>
              <a:defRPr/>
            </a:lvl9pPr>
          </a:lstStyle>
          <a:p/>
        </p:txBody>
      </p:sp>
      <p:sp>
        <p:nvSpPr>
          <p:cNvPr id="24" name="Google Shape;24;p5"/>
          <p:cNvSpPr txBox="1"/>
          <p:nvPr>
            <p:ph type="title"/>
          </p:nvPr>
        </p:nvSpPr>
        <p:spPr>
          <a:xfrm>
            <a:off x="1097267" y="3730764"/>
            <a:ext cx="18403500" cy="5072100"/>
          </a:xfrm>
          <a:prstGeom prst="rect">
            <a:avLst/>
          </a:prstGeom>
        </p:spPr>
        <p:txBody>
          <a:bodyPr anchorCtr="0" anchor="b" bIns="268150" lIns="0" spcFirstLastPara="1" rIns="0" wrap="square" tIns="0">
            <a:noAutofit/>
          </a:bodyPr>
          <a:lstStyle>
            <a:lvl1pPr lvl="0" rtl="0">
              <a:spcBef>
                <a:spcPts val="0"/>
              </a:spcBef>
              <a:spcAft>
                <a:spcPts val="0"/>
              </a:spcAft>
              <a:buSzPts val="12800"/>
              <a:buNone/>
              <a:defRPr sz="12800"/>
            </a:lvl1pPr>
            <a:lvl2pPr lvl="1" rtl="0">
              <a:spcBef>
                <a:spcPts val="0"/>
              </a:spcBef>
              <a:spcAft>
                <a:spcPts val="0"/>
              </a:spcAft>
              <a:buSzPts val="12800"/>
              <a:buNone/>
              <a:defRPr sz="12800"/>
            </a:lvl2pPr>
            <a:lvl3pPr lvl="2" rtl="0">
              <a:spcBef>
                <a:spcPts val="0"/>
              </a:spcBef>
              <a:spcAft>
                <a:spcPts val="0"/>
              </a:spcAft>
              <a:buSzPts val="12800"/>
              <a:buNone/>
              <a:defRPr sz="12800"/>
            </a:lvl3pPr>
            <a:lvl4pPr lvl="3" rtl="0">
              <a:spcBef>
                <a:spcPts val="0"/>
              </a:spcBef>
              <a:spcAft>
                <a:spcPts val="0"/>
              </a:spcAft>
              <a:buSzPts val="12800"/>
              <a:buNone/>
              <a:defRPr sz="12800"/>
            </a:lvl4pPr>
            <a:lvl5pPr lvl="4" rtl="0">
              <a:spcBef>
                <a:spcPts val="0"/>
              </a:spcBef>
              <a:spcAft>
                <a:spcPts val="0"/>
              </a:spcAft>
              <a:buSzPts val="12800"/>
              <a:buNone/>
              <a:defRPr sz="12800"/>
            </a:lvl5pPr>
            <a:lvl6pPr lvl="5" rtl="0">
              <a:spcBef>
                <a:spcPts val="0"/>
              </a:spcBef>
              <a:spcAft>
                <a:spcPts val="0"/>
              </a:spcAft>
              <a:buSzPts val="12800"/>
              <a:buNone/>
              <a:defRPr sz="12800"/>
            </a:lvl6pPr>
            <a:lvl7pPr lvl="6" rtl="0">
              <a:spcBef>
                <a:spcPts val="0"/>
              </a:spcBef>
              <a:spcAft>
                <a:spcPts val="0"/>
              </a:spcAft>
              <a:buSzPts val="12800"/>
              <a:buNone/>
              <a:defRPr sz="12800"/>
            </a:lvl7pPr>
            <a:lvl8pPr lvl="7" rtl="0">
              <a:spcBef>
                <a:spcPts val="0"/>
              </a:spcBef>
              <a:spcAft>
                <a:spcPts val="0"/>
              </a:spcAft>
              <a:buSzPts val="12800"/>
              <a:buNone/>
              <a:defRPr sz="12800"/>
            </a:lvl8pPr>
            <a:lvl9pPr lvl="8" rtl="0">
              <a:spcBef>
                <a:spcPts val="0"/>
              </a:spcBef>
              <a:spcAft>
                <a:spcPts val="0"/>
              </a:spcAft>
              <a:buSzPts val="12800"/>
              <a:buNone/>
              <a:defRPr sz="12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5" name="Shape 25"/>
        <p:cNvGrpSpPr/>
        <p:nvPr/>
      </p:nvGrpSpPr>
      <p:grpSpPr>
        <a:xfrm>
          <a:off x="0" y="0"/>
          <a:ext cx="0" cy="0"/>
          <a:chOff x="0" y="0"/>
          <a:chExt cx="0" cy="0"/>
        </a:xfrm>
      </p:grpSpPr>
      <p:sp>
        <p:nvSpPr>
          <p:cNvPr id="26" name="Google Shape;26;p6"/>
          <p:cNvSpPr txBox="1"/>
          <p:nvPr>
            <p:ph type="title"/>
          </p:nvPr>
        </p:nvSpPr>
        <p:spPr>
          <a:xfrm>
            <a:off x="1097267"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27" name="Google Shape;27;p6"/>
          <p:cNvSpPr txBox="1"/>
          <p:nvPr>
            <p:ph idx="1" type="body"/>
          </p:nvPr>
        </p:nvSpPr>
        <p:spPr>
          <a:xfrm>
            <a:off x="1097267" y="4998733"/>
            <a:ext cx="222102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Font typeface="JetBrains Mono"/>
              <a:buChar char="●"/>
              <a:defRPr>
                <a:latin typeface="JetBrains Mono"/>
                <a:ea typeface="JetBrains Mono"/>
                <a:cs typeface="JetBrains Mono"/>
                <a:sym typeface="JetBrains Mono"/>
              </a:defRPr>
            </a:lvl1pPr>
            <a:lvl2pPr indent="-463550" lvl="1" marL="914400" rtl="0">
              <a:spcBef>
                <a:spcPts val="1600"/>
              </a:spcBef>
              <a:spcAft>
                <a:spcPts val="0"/>
              </a:spcAft>
              <a:buSzPts val="3700"/>
              <a:buFont typeface="JetBrains Mono"/>
              <a:buChar char="○"/>
              <a:defRPr>
                <a:latin typeface="JetBrains Mono"/>
                <a:ea typeface="JetBrains Mono"/>
                <a:cs typeface="JetBrains Mono"/>
                <a:sym typeface="JetBrains Mono"/>
              </a:defRPr>
            </a:lvl2pPr>
            <a:lvl3pPr indent="-463550" lvl="2" marL="1371600" rtl="0">
              <a:spcBef>
                <a:spcPts val="1600"/>
              </a:spcBef>
              <a:spcAft>
                <a:spcPts val="0"/>
              </a:spcAft>
              <a:buSzPts val="3700"/>
              <a:buFont typeface="JetBrains Mono"/>
              <a:buChar char="■"/>
              <a:defRPr>
                <a:latin typeface="JetBrains Mono"/>
                <a:ea typeface="JetBrains Mono"/>
                <a:cs typeface="JetBrains Mono"/>
                <a:sym typeface="JetBrains Mono"/>
              </a:defRPr>
            </a:lvl3pPr>
            <a:lvl4pPr indent="-463550" lvl="3" marL="1828800" rtl="0">
              <a:spcBef>
                <a:spcPts val="1600"/>
              </a:spcBef>
              <a:spcAft>
                <a:spcPts val="0"/>
              </a:spcAft>
              <a:buSzPts val="3700"/>
              <a:buFont typeface="JetBrains Mono"/>
              <a:buChar char="●"/>
              <a:defRPr>
                <a:latin typeface="JetBrains Mono"/>
                <a:ea typeface="JetBrains Mono"/>
                <a:cs typeface="JetBrains Mono"/>
                <a:sym typeface="JetBrains Mono"/>
              </a:defRPr>
            </a:lvl4pPr>
            <a:lvl5pPr indent="-463550" lvl="4" marL="2286000" rtl="0">
              <a:spcBef>
                <a:spcPts val="1600"/>
              </a:spcBef>
              <a:spcAft>
                <a:spcPts val="0"/>
              </a:spcAft>
              <a:buSzPts val="3700"/>
              <a:buFont typeface="JetBrains Mono"/>
              <a:buChar char="○"/>
              <a:defRPr>
                <a:latin typeface="JetBrains Mono"/>
                <a:ea typeface="JetBrains Mono"/>
                <a:cs typeface="JetBrains Mono"/>
                <a:sym typeface="JetBrains Mono"/>
              </a:defRPr>
            </a:lvl5pPr>
            <a:lvl6pPr indent="-463550" lvl="5" marL="2743200" rtl="0">
              <a:spcBef>
                <a:spcPts val="1600"/>
              </a:spcBef>
              <a:spcAft>
                <a:spcPts val="0"/>
              </a:spcAft>
              <a:buSzPts val="3700"/>
              <a:buFont typeface="JetBrains Mono"/>
              <a:buChar char="■"/>
              <a:defRPr>
                <a:latin typeface="JetBrains Mono"/>
                <a:ea typeface="JetBrains Mono"/>
                <a:cs typeface="JetBrains Mono"/>
                <a:sym typeface="JetBrains Mono"/>
              </a:defRPr>
            </a:lvl6pPr>
            <a:lvl7pPr indent="-463550" lvl="6" marL="3200400" rtl="0">
              <a:spcBef>
                <a:spcPts val="1600"/>
              </a:spcBef>
              <a:spcAft>
                <a:spcPts val="0"/>
              </a:spcAft>
              <a:buSzPts val="3700"/>
              <a:buFont typeface="JetBrains Mono"/>
              <a:buChar char="●"/>
              <a:defRPr>
                <a:latin typeface="JetBrains Mono"/>
                <a:ea typeface="JetBrains Mono"/>
                <a:cs typeface="JetBrains Mono"/>
                <a:sym typeface="JetBrains Mono"/>
              </a:defRPr>
            </a:lvl7pPr>
            <a:lvl8pPr indent="-463550" lvl="7" marL="3657600" rtl="0">
              <a:spcBef>
                <a:spcPts val="1600"/>
              </a:spcBef>
              <a:spcAft>
                <a:spcPts val="0"/>
              </a:spcAft>
              <a:buSzPts val="3700"/>
              <a:buFont typeface="JetBrains Mono"/>
              <a:buChar char="○"/>
              <a:defRPr>
                <a:latin typeface="JetBrains Mono"/>
                <a:ea typeface="JetBrains Mono"/>
                <a:cs typeface="JetBrains Mono"/>
                <a:sym typeface="JetBrains Mono"/>
              </a:defRPr>
            </a:lvl8pPr>
            <a:lvl9pPr indent="-463550" lvl="8" marL="4114800" rtl="0">
              <a:spcBef>
                <a:spcPts val="1600"/>
              </a:spcBef>
              <a:spcAft>
                <a:spcPts val="1600"/>
              </a:spcAft>
              <a:buSzPts val="3700"/>
              <a:buFont typeface="JetBrains Mono"/>
              <a:buChar char="■"/>
              <a:defRPr>
                <a:latin typeface="JetBrains Mono"/>
                <a:ea typeface="JetBrains Mono"/>
                <a:cs typeface="JetBrains Mono"/>
                <a:sym typeface="JetBrains Mono"/>
              </a:defRPr>
            </a:lvl9pPr>
          </a:lstStyle>
          <a:p/>
        </p:txBody>
      </p:sp>
      <p:sp>
        <p:nvSpPr>
          <p:cNvPr id="28" name="Google Shape;28;p6"/>
          <p:cNvSpPr txBox="1"/>
          <p:nvPr>
            <p:ph idx="2"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29" name="Shape 29"/>
        <p:cNvGrpSpPr/>
        <p:nvPr/>
      </p:nvGrpSpPr>
      <p:grpSpPr>
        <a:xfrm>
          <a:off x="0" y="0"/>
          <a:ext cx="0" cy="0"/>
          <a:chOff x="0" y="0"/>
          <a:chExt cx="0" cy="0"/>
        </a:xfrm>
      </p:grpSpPr>
      <p:sp>
        <p:nvSpPr>
          <p:cNvPr id="30" name="Google Shape;30;p7"/>
          <p:cNvSpPr txBox="1"/>
          <p:nvPr>
            <p:ph type="title"/>
          </p:nvPr>
        </p:nvSpPr>
        <p:spPr>
          <a:xfrm>
            <a:off x="1097267" y="768096"/>
            <a:ext cx="221898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31" name="Google Shape;31;p7"/>
          <p:cNvSpPr txBox="1"/>
          <p:nvPr>
            <p:ph idx="1" type="body"/>
          </p:nvPr>
        </p:nvSpPr>
        <p:spPr>
          <a:xfrm>
            <a:off x="1097280" y="3730767"/>
            <a:ext cx="22204500" cy="7607700"/>
          </a:xfrm>
          <a:prstGeom prst="rect">
            <a:avLst/>
          </a:prstGeom>
        </p:spPr>
        <p:txBody>
          <a:bodyPr anchorCtr="0" anchor="t" bIns="0" lIns="0" spcFirstLastPara="1" rIns="0" wrap="square" tIns="390075">
            <a:noAutofit/>
          </a:bodyPr>
          <a:lstStyle>
            <a:lvl1pPr indent="-361950" lvl="0" marL="457200" rtl="0">
              <a:spcBef>
                <a:spcPts val="0"/>
              </a:spcBef>
              <a:spcAft>
                <a:spcPts val="0"/>
              </a:spcAft>
              <a:buSzPts val="2100"/>
              <a:buFont typeface="JetBrains Mono"/>
              <a:buChar char="●"/>
              <a:defRPr sz="2100">
                <a:latin typeface="JetBrains Mono"/>
                <a:ea typeface="JetBrains Mono"/>
                <a:cs typeface="JetBrains Mono"/>
                <a:sym typeface="JetBrains Mono"/>
              </a:defRPr>
            </a:lvl1pPr>
            <a:lvl2pPr indent="-361950" lvl="1" marL="914400" rtl="0">
              <a:spcBef>
                <a:spcPts val="1600"/>
              </a:spcBef>
              <a:spcAft>
                <a:spcPts val="0"/>
              </a:spcAft>
              <a:buSzPts val="2100"/>
              <a:buFont typeface="JetBrains Mono"/>
              <a:buChar char="○"/>
              <a:defRPr sz="2100">
                <a:latin typeface="JetBrains Mono"/>
                <a:ea typeface="JetBrains Mono"/>
                <a:cs typeface="JetBrains Mono"/>
                <a:sym typeface="JetBrains Mono"/>
              </a:defRPr>
            </a:lvl2pPr>
            <a:lvl3pPr indent="-361950" lvl="2" marL="1371600" rtl="0">
              <a:spcBef>
                <a:spcPts val="1600"/>
              </a:spcBef>
              <a:spcAft>
                <a:spcPts val="0"/>
              </a:spcAft>
              <a:buSzPts val="2100"/>
              <a:buFont typeface="JetBrains Mono"/>
              <a:buChar char="■"/>
              <a:defRPr sz="2100">
                <a:latin typeface="JetBrains Mono"/>
                <a:ea typeface="JetBrains Mono"/>
                <a:cs typeface="JetBrains Mono"/>
                <a:sym typeface="JetBrains Mono"/>
              </a:defRPr>
            </a:lvl3pPr>
            <a:lvl4pPr indent="-361950" lvl="3" marL="1828800" rtl="0">
              <a:spcBef>
                <a:spcPts val="1600"/>
              </a:spcBef>
              <a:spcAft>
                <a:spcPts val="0"/>
              </a:spcAft>
              <a:buSzPts val="2100"/>
              <a:buFont typeface="JetBrains Mono"/>
              <a:buChar char="●"/>
              <a:defRPr sz="2100">
                <a:latin typeface="JetBrains Mono"/>
                <a:ea typeface="JetBrains Mono"/>
                <a:cs typeface="JetBrains Mono"/>
                <a:sym typeface="JetBrains Mono"/>
              </a:defRPr>
            </a:lvl4pPr>
            <a:lvl5pPr indent="-361950" lvl="4" marL="2286000" rtl="0">
              <a:spcBef>
                <a:spcPts val="1600"/>
              </a:spcBef>
              <a:spcAft>
                <a:spcPts val="0"/>
              </a:spcAft>
              <a:buSzPts val="2100"/>
              <a:buFont typeface="JetBrains Mono"/>
              <a:buChar char="○"/>
              <a:defRPr sz="2100">
                <a:latin typeface="JetBrains Mono"/>
                <a:ea typeface="JetBrains Mono"/>
                <a:cs typeface="JetBrains Mono"/>
                <a:sym typeface="JetBrains Mono"/>
              </a:defRPr>
            </a:lvl5pPr>
            <a:lvl6pPr indent="-361950" lvl="5" marL="2743200" rtl="0">
              <a:spcBef>
                <a:spcPts val="1600"/>
              </a:spcBef>
              <a:spcAft>
                <a:spcPts val="0"/>
              </a:spcAft>
              <a:buSzPts val="2100"/>
              <a:buFont typeface="JetBrains Mono"/>
              <a:buChar char="■"/>
              <a:defRPr sz="2100">
                <a:latin typeface="JetBrains Mono"/>
                <a:ea typeface="JetBrains Mono"/>
                <a:cs typeface="JetBrains Mono"/>
                <a:sym typeface="JetBrains Mono"/>
              </a:defRPr>
            </a:lvl6pPr>
            <a:lvl7pPr indent="-361950" lvl="6" marL="3200400" rtl="0">
              <a:spcBef>
                <a:spcPts val="1600"/>
              </a:spcBef>
              <a:spcAft>
                <a:spcPts val="0"/>
              </a:spcAft>
              <a:buSzPts val="2100"/>
              <a:buFont typeface="JetBrains Mono"/>
              <a:buChar char="●"/>
              <a:defRPr sz="2100">
                <a:latin typeface="JetBrains Mono"/>
                <a:ea typeface="JetBrains Mono"/>
                <a:cs typeface="JetBrains Mono"/>
                <a:sym typeface="JetBrains Mono"/>
              </a:defRPr>
            </a:lvl7pPr>
            <a:lvl8pPr indent="-361950" lvl="7" marL="3657600" rtl="0">
              <a:spcBef>
                <a:spcPts val="1600"/>
              </a:spcBef>
              <a:spcAft>
                <a:spcPts val="0"/>
              </a:spcAft>
              <a:buSzPts val="2100"/>
              <a:buFont typeface="JetBrains Mono"/>
              <a:buChar char="○"/>
              <a:defRPr sz="2100">
                <a:latin typeface="JetBrains Mono"/>
                <a:ea typeface="JetBrains Mono"/>
                <a:cs typeface="JetBrains Mono"/>
                <a:sym typeface="JetBrains Mono"/>
              </a:defRPr>
            </a:lvl8pPr>
            <a:lvl9pPr indent="-361950" lvl="8" marL="4114800" rtl="0">
              <a:spcBef>
                <a:spcPts val="1600"/>
              </a:spcBef>
              <a:spcAft>
                <a:spcPts val="1600"/>
              </a:spcAft>
              <a:buSzPts val="2100"/>
              <a:buFont typeface="JetBrains Mono"/>
              <a:buChar char="■"/>
              <a:defRPr sz="2100">
                <a:latin typeface="JetBrains Mono"/>
                <a:ea typeface="JetBrains Mono"/>
                <a:cs typeface="JetBrains Mono"/>
                <a:sym typeface="JetBrains Mon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32" name="Shape 32"/>
        <p:cNvGrpSpPr/>
        <p:nvPr/>
      </p:nvGrpSpPr>
      <p:grpSpPr>
        <a:xfrm>
          <a:off x="0" y="0"/>
          <a:ext cx="0" cy="0"/>
          <a:chOff x="0" y="0"/>
          <a:chExt cx="0" cy="0"/>
        </a:xfrm>
      </p:grpSpPr>
      <p:sp>
        <p:nvSpPr>
          <p:cNvPr id="33" name="Google Shape;33;p8"/>
          <p:cNvSpPr txBox="1"/>
          <p:nvPr>
            <p:ph type="title"/>
          </p:nvPr>
        </p:nvSpPr>
        <p:spPr>
          <a:xfrm>
            <a:off x="1097267" y="4337819"/>
            <a:ext cx="22189800" cy="4437900"/>
          </a:xfrm>
          <a:prstGeom prst="rect">
            <a:avLst/>
          </a:prstGeom>
        </p:spPr>
        <p:txBody>
          <a:bodyPr anchorCtr="0" anchor="ctr" bIns="243750" lIns="0" spcFirstLastPara="1" rIns="0" wrap="square" tIns="243750">
            <a:noAutofit/>
          </a:bodyPr>
          <a:lstStyle>
            <a:lvl1pPr lvl="0" algn="ctr">
              <a:spcBef>
                <a:spcPts val="0"/>
              </a:spcBef>
              <a:spcAft>
                <a:spcPts val="0"/>
              </a:spcAft>
              <a:buSzPts val="8800"/>
              <a:buNone/>
              <a:defRPr/>
            </a:lvl1pPr>
            <a:lvl2pPr lvl="1" algn="ctr">
              <a:spcBef>
                <a:spcPts val="0"/>
              </a:spcBef>
              <a:spcAft>
                <a:spcPts val="0"/>
              </a:spcAft>
              <a:buSzPts val="8800"/>
              <a:buNone/>
              <a:defRPr/>
            </a:lvl2pPr>
            <a:lvl3pPr lvl="2" algn="ctr">
              <a:spcBef>
                <a:spcPts val="0"/>
              </a:spcBef>
              <a:spcAft>
                <a:spcPts val="0"/>
              </a:spcAft>
              <a:buSzPts val="8800"/>
              <a:buNone/>
              <a:defRPr/>
            </a:lvl3pPr>
            <a:lvl4pPr lvl="3" algn="ctr">
              <a:spcBef>
                <a:spcPts val="0"/>
              </a:spcBef>
              <a:spcAft>
                <a:spcPts val="0"/>
              </a:spcAft>
              <a:buSzPts val="8800"/>
              <a:buNone/>
              <a:defRPr/>
            </a:lvl4pPr>
            <a:lvl5pPr lvl="4" algn="ctr">
              <a:spcBef>
                <a:spcPts val="0"/>
              </a:spcBef>
              <a:spcAft>
                <a:spcPts val="0"/>
              </a:spcAft>
              <a:buSzPts val="8800"/>
              <a:buNone/>
              <a:defRPr/>
            </a:lvl5pPr>
            <a:lvl6pPr lvl="5" algn="ctr">
              <a:spcBef>
                <a:spcPts val="0"/>
              </a:spcBef>
              <a:spcAft>
                <a:spcPts val="0"/>
              </a:spcAft>
              <a:buSzPts val="8800"/>
              <a:buNone/>
              <a:defRPr/>
            </a:lvl6pPr>
            <a:lvl7pPr lvl="6" algn="ctr">
              <a:spcBef>
                <a:spcPts val="0"/>
              </a:spcBef>
              <a:spcAft>
                <a:spcPts val="0"/>
              </a:spcAft>
              <a:buSzPts val="8800"/>
              <a:buNone/>
              <a:defRPr/>
            </a:lvl7pPr>
            <a:lvl8pPr lvl="7" algn="ctr">
              <a:spcBef>
                <a:spcPts val="0"/>
              </a:spcBef>
              <a:spcAft>
                <a:spcPts val="0"/>
              </a:spcAft>
              <a:buSzPts val="8800"/>
              <a:buNone/>
              <a:defRPr/>
            </a:lvl8pPr>
            <a:lvl9pPr lvl="8" algn="ctr">
              <a:spcBef>
                <a:spcPts val="0"/>
              </a:spcBef>
              <a:spcAft>
                <a:spcPts val="0"/>
              </a:spcAft>
              <a:buSzPts val="8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Question &amp; answer">
  <p:cSld name="CUSTOM_6">
    <p:spTree>
      <p:nvGrpSpPr>
        <p:cNvPr id="34" name="Shape 34"/>
        <p:cNvGrpSpPr/>
        <p:nvPr/>
      </p:nvGrpSpPr>
      <p:grpSpPr>
        <a:xfrm>
          <a:off x="0" y="0"/>
          <a:ext cx="0" cy="0"/>
          <a:chOff x="0" y="0"/>
          <a:chExt cx="0" cy="0"/>
        </a:xfrm>
      </p:grpSpPr>
      <p:sp>
        <p:nvSpPr>
          <p:cNvPr id="35" name="Google Shape;35;p9"/>
          <p:cNvSpPr txBox="1"/>
          <p:nvPr>
            <p:ph type="title"/>
          </p:nvPr>
        </p:nvSpPr>
        <p:spPr>
          <a:xfrm>
            <a:off x="1097280" y="1901952"/>
            <a:ext cx="14651100" cy="4989600"/>
          </a:xfrm>
          <a:prstGeom prst="rect">
            <a:avLst/>
          </a:prstGeom>
        </p:spPr>
        <p:txBody>
          <a:bodyPr anchorCtr="0" anchor="t" bIns="243750" lIns="0" spcFirstLastPara="1" rIns="0" wrap="square" tIns="243750">
            <a:noAutofit/>
          </a:bodyPr>
          <a:lstStyle>
            <a:lvl1pPr lvl="0">
              <a:spcBef>
                <a:spcPts val="0"/>
              </a:spcBef>
              <a:spcAft>
                <a:spcPts val="0"/>
              </a:spcAft>
              <a:buSzPts val="8800"/>
              <a:buNone/>
              <a:defRPr/>
            </a:lvl1pPr>
            <a:lvl2pPr lvl="1">
              <a:spcBef>
                <a:spcPts val="0"/>
              </a:spcBef>
              <a:spcAft>
                <a:spcPts val="0"/>
              </a:spcAft>
              <a:buSzPts val="8800"/>
              <a:buNone/>
              <a:defRPr>
                <a:latin typeface="Open Sans"/>
                <a:ea typeface="Open Sans"/>
                <a:cs typeface="Open Sans"/>
                <a:sym typeface="Open Sans"/>
              </a:defRPr>
            </a:lvl2pPr>
            <a:lvl3pPr lvl="2">
              <a:spcBef>
                <a:spcPts val="0"/>
              </a:spcBef>
              <a:spcAft>
                <a:spcPts val="0"/>
              </a:spcAft>
              <a:buSzPts val="8800"/>
              <a:buNone/>
              <a:defRPr>
                <a:latin typeface="Open Sans"/>
                <a:ea typeface="Open Sans"/>
                <a:cs typeface="Open Sans"/>
                <a:sym typeface="Open Sans"/>
              </a:defRPr>
            </a:lvl3pPr>
            <a:lvl4pPr lvl="3">
              <a:spcBef>
                <a:spcPts val="0"/>
              </a:spcBef>
              <a:spcAft>
                <a:spcPts val="0"/>
              </a:spcAft>
              <a:buSzPts val="8800"/>
              <a:buNone/>
              <a:defRPr>
                <a:latin typeface="Open Sans"/>
                <a:ea typeface="Open Sans"/>
                <a:cs typeface="Open Sans"/>
                <a:sym typeface="Open Sans"/>
              </a:defRPr>
            </a:lvl4pPr>
            <a:lvl5pPr lvl="4">
              <a:spcBef>
                <a:spcPts val="0"/>
              </a:spcBef>
              <a:spcAft>
                <a:spcPts val="0"/>
              </a:spcAft>
              <a:buSzPts val="8800"/>
              <a:buNone/>
              <a:defRPr>
                <a:latin typeface="Open Sans"/>
                <a:ea typeface="Open Sans"/>
                <a:cs typeface="Open Sans"/>
                <a:sym typeface="Open Sans"/>
              </a:defRPr>
            </a:lvl5pPr>
            <a:lvl6pPr lvl="5">
              <a:spcBef>
                <a:spcPts val="0"/>
              </a:spcBef>
              <a:spcAft>
                <a:spcPts val="0"/>
              </a:spcAft>
              <a:buSzPts val="8800"/>
              <a:buNone/>
              <a:defRPr>
                <a:latin typeface="Open Sans"/>
                <a:ea typeface="Open Sans"/>
                <a:cs typeface="Open Sans"/>
                <a:sym typeface="Open Sans"/>
              </a:defRPr>
            </a:lvl6pPr>
            <a:lvl7pPr lvl="6">
              <a:spcBef>
                <a:spcPts val="0"/>
              </a:spcBef>
              <a:spcAft>
                <a:spcPts val="0"/>
              </a:spcAft>
              <a:buSzPts val="8800"/>
              <a:buNone/>
              <a:defRPr>
                <a:latin typeface="Open Sans"/>
                <a:ea typeface="Open Sans"/>
                <a:cs typeface="Open Sans"/>
                <a:sym typeface="Open Sans"/>
              </a:defRPr>
            </a:lvl7pPr>
            <a:lvl8pPr lvl="7">
              <a:spcBef>
                <a:spcPts val="0"/>
              </a:spcBef>
              <a:spcAft>
                <a:spcPts val="0"/>
              </a:spcAft>
              <a:buSzPts val="8800"/>
              <a:buNone/>
              <a:defRPr>
                <a:latin typeface="Open Sans"/>
                <a:ea typeface="Open Sans"/>
                <a:cs typeface="Open Sans"/>
                <a:sym typeface="Open Sans"/>
              </a:defRPr>
            </a:lvl8pPr>
            <a:lvl9pPr lvl="8">
              <a:spcBef>
                <a:spcPts val="0"/>
              </a:spcBef>
              <a:spcAft>
                <a:spcPts val="0"/>
              </a:spcAft>
              <a:buSzPts val="8800"/>
              <a:buNone/>
              <a:defRPr>
                <a:latin typeface="Open Sans"/>
                <a:ea typeface="Open Sans"/>
                <a:cs typeface="Open Sans"/>
                <a:sym typeface="Open Sans"/>
              </a:defRPr>
            </a:lvl9pPr>
          </a:lstStyle>
          <a:p/>
        </p:txBody>
      </p:sp>
      <p:sp>
        <p:nvSpPr>
          <p:cNvPr id="36" name="Google Shape;36;p9"/>
          <p:cNvSpPr txBox="1"/>
          <p:nvPr>
            <p:ph idx="2" type="title"/>
          </p:nvPr>
        </p:nvSpPr>
        <p:spPr>
          <a:xfrm>
            <a:off x="8635467" y="6954500"/>
            <a:ext cx="14651100" cy="4383900"/>
          </a:xfrm>
          <a:prstGeom prst="rect">
            <a:avLst/>
          </a:prstGeom>
        </p:spPr>
        <p:txBody>
          <a:bodyPr anchorCtr="0" anchor="t" bIns="243750" lIns="0" spcFirstLastPara="1" rIns="0" wrap="square" tIns="243750">
            <a:noAutofit/>
          </a:bodyPr>
          <a:lstStyle>
            <a:lvl1pPr lvl="0" rtl="0" algn="r">
              <a:spcBef>
                <a:spcPts val="0"/>
              </a:spcBef>
              <a:spcAft>
                <a:spcPts val="0"/>
              </a:spcAft>
              <a:buSzPts val="8800"/>
              <a:buNone/>
              <a:defRPr b="0"/>
            </a:lvl1pPr>
            <a:lvl2pPr lvl="1" rtl="0" algn="r">
              <a:spcBef>
                <a:spcPts val="0"/>
              </a:spcBef>
              <a:spcAft>
                <a:spcPts val="0"/>
              </a:spcAft>
              <a:buSzPts val="8800"/>
              <a:buNone/>
              <a:defRPr b="0"/>
            </a:lvl2pPr>
            <a:lvl3pPr lvl="2" rtl="0" algn="r">
              <a:spcBef>
                <a:spcPts val="0"/>
              </a:spcBef>
              <a:spcAft>
                <a:spcPts val="0"/>
              </a:spcAft>
              <a:buSzPts val="8800"/>
              <a:buNone/>
              <a:defRPr b="0"/>
            </a:lvl3pPr>
            <a:lvl4pPr lvl="3" rtl="0" algn="r">
              <a:spcBef>
                <a:spcPts val="0"/>
              </a:spcBef>
              <a:spcAft>
                <a:spcPts val="0"/>
              </a:spcAft>
              <a:buSzPts val="8800"/>
              <a:buNone/>
              <a:defRPr b="0"/>
            </a:lvl4pPr>
            <a:lvl5pPr lvl="4" rtl="0" algn="r">
              <a:spcBef>
                <a:spcPts val="0"/>
              </a:spcBef>
              <a:spcAft>
                <a:spcPts val="0"/>
              </a:spcAft>
              <a:buSzPts val="8800"/>
              <a:buNone/>
              <a:defRPr b="0"/>
            </a:lvl5pPr>
            <a:lvl6pPr lvl="5" rtl="0" algn="r">
              <a:spcBef>
                <a:spcPts val="0"/>
              </a:spcBef>
              <a:spcAft>
                <a:spcPts val="0"/>
              </a:spcAft>
              <a:buSzPts val="8800"/>
              <a:buNone/>
              <a:defRPr b="0"/>
            </a:lvl6pPr>
            <a:lvl7pPr lvl="6" rtl="0" algn="r">
              <a:spcBef>
                <a:spcPts val="0"/>
              </a:spcBef>
              <a:spcAft>
                <a:spcPts val="0"/>
              </a:spcAft>
              <a:buSzPts val="8800"/>
              <a:buNone/>
              <a:defRPr b="0"/>
            </a:lvl7pPr>
            <a:lvl8pPr lvl="7" rtl="0" algn="r">
              <a:spcBef>
                <a:spcPts val="0"/>
              </a:spcBef>
              <a:spcAft>
                <a:spcPts val="0"/>
              </a:spcAft>
              <a:buSzPts val="8800"/>
              <a:buNone/>
              <a:defRPr b="0"/>
            </a:lvl8pPr>
            <a:lvl9pPr lvl="8" rtl="0" algn="r">
              <a:spcBef>
                <a:spcPts val="0"/>
              </a:spcBef>
              <a:spcAft>
                <a:spcPts val="0"/>
              </a:spcAft>
              <a:buSzPts val="8800"/>
              <a:buNone/>
              <a:defRPr b="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p:cSld name="CUSTOM_7">
    <p:spTree>
      <p:nvGrpSpPr>
        <p:cNvPr id="37" name="Shape 37"/>
        <p:cNvGrpSpPr/>
        <p:nvPr/>
      </p:nvGrpSpPr>
      <p:grpSpPr>
        <a:xfrm>
          <a:off x="0" y="0"/>
          <a:ext cx="0" cy="0"/>
          <a:chOff x="0" y="0"/>
          <a:chExt cx="0" cy="0"/>
        </a:xfrm>
      </p:grpSpPr>
      <p:sp>
        <p:nvSpPr>
          <p:cNvPr id="38" name="Google Shape;38;p10"/>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39" name="Google Shape;39;p10"/>
          <p:cNvSpPr txBox="1"/>
          <p:nvPr>
            <p:ph idx="1" type="body"/>
          </p:nvPr>
        </p:nvSpPr>
        <p:spPr>
          <a:xfrm>
            <a:off x="1097267" y="4998720"/>
            <a:ext cx="22210200" cy="63888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40" name="Google Shape;40;p10"/>
          <p:cNvSpPr txBox="1"/>
          <p:nvPr>
            <p:ph idx="2"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41" name="Shape 41"/>
        <p:cNvGrpSpPr/>
        <p:nvPr/>
      </p:nvGrpSpPr>
      <p:grpSpPr>
        <a:xfrm>
          <a:off x="0" y="0"/>
          <a:ext cx="0" cy="0"/>
          <a:chOff x="0" y="0"/>
          <a:chExt cx="0" cy="0"/>
        </a:xfrm>
      </p:grpSpPr>
      <p:sp>
        <p:nvSpPr>
          <p:cNvPr id="42" name="Google Shape;42;p11"/>
          <p:cNvSpPr txBox="1"/>
          <p:nvPr>
            <p:ph idx="1" type="body"/>
          </p:nvPr>
        </p:nvSpPr>
        <p:spPr>
          <a:xfrm>
            <a:off x="1097267" y="1828800"/>
            <a:ext cx="22210200" cy="95097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Bulleted list">
  <p:cSld name="CUSTOM_8">
    <p:spTree>
      <p:nvGrpSpPr>
        <p:cNvPr id="43" name="Shape 43"/>
        <p:cNvGrpSpPr/>
        <p:nvPr/>
      </p:nvGrpSpPr>
      <p:grpSpPr>
        <a:xfrm>
          <a:off x="0" y="0"/>
          <a:ext cx="0" cy="0"/>
          <a:chOff x="0" y="0"/>
          <a:chExt cx="0" cy="0"/>
        </a:xfrm>
      </p:grpSpPr>
      <p:sp>
        <p:nvSpPr>
          <p:cNvPr id="44" name="Google Shape;44;p12"/>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45" name="Google Shape;45;p12"/>
          <p:cNvSpPr txBox="1"/>
          <p:nvPr>
            <p:ph idx="1" type="body"/>
          </p:nvPr>
        </p:nvSpPr>
        <p:spPr>
          <a:xfrm>
            <a:off x="1097267" y="4998733"/>
            <a:ext cx="222102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46" name="Google Shape;46;p12"/>
          <p:cNvSpPr txBox="1"/>
          <p:nvPr>
            <p:ph idx="2"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umbered list">
  <p:cSld name="CUSTOM_9">
    <p:spTree>
      <p:nvGrpSpPr>
        <p:cNvPr id="47" name="Shape 47"/>
        <p:cNvGrpSpPr/>
        <p:nvPr/>
      </p:nvGrpSpPr>
      <p:grpSpPr>
        <a:xfrm>
          <a:off x="0" y="0"/>
          <a:ext cx="0" cy="0"/>
          <a:chOff x="0" y="0"/>
          <a:chExt cx="0" cy="0"/>
        </a:xfrm>
      </p:grpSpPr>
      <p:sp>
        <p:nvSpPr>
          <p:cNvPr id="48" name="Google Shape;48;p13"/>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49" name="Google Shape;49;p13"/>
          <p:cNvSpPr txBox="1"/>
          <p:nvPr>
            <p:ph idx="1" type="body"/>
          </p:nvPr>
        </p:nvSpPr>
        <p:spPr>
          <a:xfrm>
            <a:off x="1097267" y="4998733"/>
            <a:ext cx="22210200" cy="6339900"/>
          </a:xfrm>
          <a:prstGeom prst="rect">
            <a:avLst/>
          </a:prstGeom>
        </p:spPr>
        <p:txBody>
          <a:bodyPr anchorCtr="0" anchor="t" bIns="0" lIns="365675"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50" name="Google Shape;50;p13"/>
          <p:cNvSpPr txBox="1"/>
          <p:nvPr>
            <p:ph idx="2"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Two columns with text">
  <p:cSld name="CUSTOM_10">
    <p:spTree>
      <p:nvGrpSpPr>
        <p:cNvPr id="51" name="Shape 51"/>
        <p:cNvGrpSpPr/>
        <p:nvPr/>
      </p:nvGrpSpPr>
      <p:grpSpPr>
        <a:xfrm>
          <a:off x="0" y="0"/>
          <a:ext cx="0" cy="0"/>
          <a:chOff x="0" y="0"/>
          <a:chExt cx="0" cy="0"/>
        </a:xfrm>
      </p:grpSpPr>
      <p:sp>
        <p:nvSpPr>
          <p:cNvPr id="52" name="Google Shape;52;p14"/>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53" name="Google Shape;53;p14"/>
          <p:cNvSpPr txBox="1"/>
          <p:nvPr>
            <p:ph idx="1" type="body"/>
          </p:nvPr>
        </p:nvSpPr>
        <p:spPr>
          <a:xfrm>
            <a:off x="1097267" y="4998733"/>
            <a:ext cx="108717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54" name="Google Shape;54;p14"/>
          <p:cNvSpPr txBox="1"/>
          <p:nvPr>
            <p:ph idx="2" type="body"/>
          </p:nvPr>
        </p:nvSpPr>
        <p:spPr>
          <a:xfrm>
            <a:off x="12435833" y="4998733"/>
            <a:ext cx="108717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55" name="Google Shape;55;p14"/>
          <p:cNvSpPr txBox="1"/>
          <p:nvPr>
            <p:ph idx="3"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Two columns with a bulleted list">
  <p:cSld name="CUSTOM_11">
    <p:spTree>
      <p:nvGrpSpPr>
        <p:cNvPr id="56" name="Shape 56"/>
        <p:cNvGrpSpPr/>
        <p:nvPr/>
      </p:nvGrpSpPr>
      <p:grpSpPr>
        <a:xfrm>
          <a:off x="0" y="0"/>
          <a:ext cx="0" cy="0"/>
          <a:chOff x="0" y="0"/>
          <a:chExt cx="0" cy="0"/>
        </a:xfrm>
      </p:grpSpPr>
      <p:sp>
        <p:nvSpPr>
          <p:cNvPr id="57" name="Google Shape;57;p15"/>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58" name="Google Shape;58;p15"/>
          <p:cNvSpPr txBox="1"/>
          <p:nvPr>
            <p:ph idx="1" type="body"/>
          </p:nvPr>
        </p:nvSpPr>
        <p:spPr>
          <a:xfrm>
            <a:off x="1097267" y="4998733"/>
            <a:ext cx="108717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59" name="Google Shape;59;p15"/>
          <p:cNvSpPr txBox="1"/>
          <p:nvPr>
            <p:ph idx="2" type="body"/>
          </p:nvPr>
        </p:nvSpPr>
        <p:spPr>
          <a:xfrm>
            <a:off x="12435833" y="4998733"/>
            <a:ext cx="108717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60" name="Google Shape;60;p15"/>
          <p:cNvSpPr txBox="1"/>
          <p:nvPr>
            <p:ph idx="3"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Two columns with headers">
  <p:cSld name="CUSTOM_12">
    <p:spTree>
      <p:nvGrpSpPr>
        <p:cNvPr id="61" name="Shape 61"/>
        <p:cNvGrpSpPr/>
        <p:nvPr/>
      </p:nvGrpSpPr>
      <p:grpSpPr>
        <a:xfrm>
          <a:off x="0" y="0"/>
          <a:ext cx="0" cy="0"/>
          <a:chOff x="0" y="0"/>
          <a:chExt cx="0" cy="0"/>
        </a:xfrm>
      </p:grpSpPr>
      <p:sp>
        <p:nvSpPr>
          <p:cNvPr id="62" name="Google Shape;62;p16"/>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63" name="Google Shape;63;p16"/>
          <p:cNvSpPr txBox="1"/>
          <p:nvPr>
            <p:ph idx="1" type="body"/>
          </p:nvPr>
        </p:nvSpPr>
        <p:spPr>
          <a:xfrm>
            <a:off x="1097281" y="4998720"/>
            <a:ext cx="108717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64" name="Google Shape;64;p16"/>
          <p:cNvSpPr txBox="1"/>
          <p:nvPr>
            <p:ph idx="2" type="body"/>
          </p:nvPr>
        </p:nvSpPr>
        <p:spPr>
          <a:xfrm>
            <a:off x="12456548" y="4998720"/>
            <a:ext cx="108717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65" name="Google Shape;65;p16"/>
          <p:cNvSpPr txBox="1"/>
          <p:nvPr>
            <p:ph idx="3" type="body"/>
          </p:nvPr>
        </p:nvSpPr>
        <p:spPr>
          <a:xfrm>
            <a:off x="1097267" y="5639867"/>
            <a:ext cx="10871700" cy="56988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66" name="Google Shape;66;p16"/>
          <p:cNvSpPr txBox="1"/>
          <p:nvPr>
            <p:ph idx="4" type="body"/>
          </p:nvPr>
        </p:nvSpPr>
        <p:spPr>
          <a:xfrm>
            <a:off x="12456533" y="5639867"/>
            <a:ext cx="10871700" cy="56988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67" name="Google Shape;67;p16"/>
          <p:cNvSpPr txBox="1"/>
          <p:nvPr>
            <p:ph idx="5"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Two columns with icons">
  <p:cSld name="CUSTOM_13">
    <p:spTree>
      <p:nvGrpSpPr>
        <p:cNvPr id="68" name="Shape 68"/>
        <p:cNvGrpSpPr/>
        <p:nvPr/>
      </p:nvGrpSpPr>
      <p:grpSpPr>
        <a:xfrm>
          <a:off x="0" y="0"/>
          <a:ext cx="0" cy="0"/>
          <a:chOff x="0" y="0"/>
          <a:chExt cx="0" cy="0"/>
        </a:xfrm>
      </p:grpSpPr>
      <p:sp>
        <p:nvSpPr>
          <p:cNvPr id="69" name="Google Shape;69;p17"/>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70" name="Google Shape;70;p17"/>
          <p:cNvSpPr txBox="1"/>
          <p:nvPr>
            <p:ph idx="1" type="body"/>
          </p:nvPr>
        </p:nvSpPr>
        <p:spPr>
          <a:xfrm>
            <a:off x="1076567" y="8168633"/>
            <a:ext cx="10871700" cy="3170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71" name="Google Shape;71;p17"/>
          <p:cNvSpPr txBox="1"/>
          <p:nvPr>
            <p:ph idx="2" type="body"/>
          </p:nvPr>
        </p:nvSpPr>
        <p:spPr>
          <a:xfrm>
            <a:off x="12435833" y="8168633"/>
            <a:ext cx="10871700" cy="3170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72" name="Google Shape;72;p17"/>
          <p:cNvSpPr/>
          <p:nvPr>
            <p:ph idx="3" type="pic"/>
          </p:nvPr>
        </p:nvSpPr>
        <p:spPr>
          <a:xfrm>
            <a:off x="1076567" y="5300667"/>
            <a:ext cx="2233500" cy="2233500"/>
          </a:xfrm>
          <a:prstGeom prst="rect">
            <a:avLst/>
          </a:prstGeom>
          <a:noFill/>
          <a:ln>
            <a:noFill/>
          </a:ln>
        </p:spPr>
      </p:sp>
      <p:sp>
        <p:nvSpPr>
          <p:cNvPr id="73" name="Google Shape;73;p17"/>
          <p:cNvSpPr/>
          <p:nvPr>
            <p:ph idx="4" type="pic"/>
          </p:nvPr>
        </p:nvSpPr>
        <p:spPr>
          <a:xfrm>
            <a:off x="12435833" y="5300667"/>
            <a:ext cx="2233500" cy="2233500"/>
          </a:xfrm>
          <a:prstGeom prst="rect">
            <a:avLst/>
          </a:prstGeom>
          <a:noFill/>
          <a:ln>
            <a:noFill/>
          </a:ln>
        </p:spPr>
      </p:sp>
      <p:sp>
        <p:nvSpPr>
          <p:cNvPr id="74" name="Google Shape;74;p17"/>
          <p:cNvSpPr txBox="1"/>
          <p:nvPr>
            <p:ph idx="5"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Two columns with icons and headers">
  <p:cSld name="CUSTOM_13_1">
    <p:spTree>
      <p:nvGrpSpPr>
        <p:cNvPr id="75" name="Shape 75"/>
        <p:cNvGrpSpPr/>
        <p:nvPr/>
      </p:nvGrpSpPr>
      <p:grpSpPr>
        <a:xfrm>
          <a:off x="0" y="0"/>
          <a:ext cx="0" cy="0"/>
          <a:chOff x="0" y="0"/>
          <a:chExt cx="0" cy="0"/>
        </a:xfrm>
      </p:grpSpPr>
      <p:sp>
        <p:nvSpPr>
          <p:cNvPr id="76" name="Google Shape;76;p18"/>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77" name="Google Shape;77;p18"/>
          <p:cNvSpPr/>
          <p:nvPr>
            <p:ph idx="2" type="pic"/>
          </p:nvPr>
        </p:nvSpPr>
        <p:spPr>
          <a:xfrm>
            <a:off x="1076567" y="5300667"/>
            <a:ext cx="2233500" cy="2233500"/>
          </a:xfrm>
          <a:prstGeom prst="rect">
            <a:avLst/>
          </a:prstGeom>
          <a:noFill/>
          <a:ln>
            <a:noFill/>
          </a:ln>
        </p:spPr>
      </p:sp>
      <p:sp>
        <p:nvSpPr>
          <p:cNvPr id="78" name="Google Shape;78;p18"/>
          <p:cNvSpPr/>
          <p:nvPr>
            <p:ph idx="3" type="pic"/>
          </p:nvPr>
        </p:nvSpPr>
        <p:spPr>
          <a:xfrm>
            <a:off x="12435833" y="5300667"/>
            <a:ext cx="2233500" cy="2233500"/>
          </a:xfrm>
          <a:prstGeom prst="rect">
            <a:avLst/>
          </a:prstGeom>
          <a:noFill/>
          <a:ln>
            <a:noFill/>
          </a:ln>
        </p:spPr>
      </p:sp>
      <p:sp>
        <p:nvSpPr>
          <p:cNvPr id="79" name="Google Shape;79;p18"/>
          <p:cNvSpPr txBox="1"/>
          <p:nvPr>
            <p:ph idx="1" type="body"/>
          </p:nvPr>
        </p:nvSpPr>
        <p:spPr>
          <a:xfrm>
            <a:off x="1076567" y="8168640"/>
            <a:ext cx="108717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80" name="Google Shape;80;p18"/>
          <p:cNvSpPr txBox="1"/>
          <p:nvPr>
            <p:ph idx="4" type="body"/>
          </p:nvPr>
        </p:nvSpPr>
        <p:spPr>
          <a:xfrm>
            <a:off x="12435833" y="8168640"/>
            <a:ext cx="108717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81" name="Google Shape;81;p18"/>
          <p:cNvSpPr txBox="1"/>
          <p:nvPr>
            <p:ph idx="5" type="body"/>
          </p:nvPr>
        </p:nvSpPr>
        <p:spPr>
          <a:xfrm>
            <a:off x="1076567" y="8809767"/>
            <a:ext cx="10871700" cy="25287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82" name="Google Shape;82;p18"/>
          <p:cNvSpPr txBox="1"/>
          <p:nvPr>
            <p:ph idx="6" type="body"/>
          </p:nvPr>
        </p:nvSpPr>
        <p:spPr>
          <a:xfrm>
            <a:off x="12435833" y="8809767"/>
            <a:ext cx="10871700" cy="25287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83" name="Google Shape;83;p18"/>
          <p:cNvSpPr txBox="1"/>
          <p:nvPr>
            <p:ph idx="7"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Three columns with text">
  <p:cSld name="CUSTOM_14">
    <p:spTree>
      <p:nvGrpSpPr>
        <p:cNvPr id="84" name="Shape 84"/>
        <p:cNvGrpSpPr/>
        <p:nvPr/>
      </p:nvGrpSpPr>
      <p:grpSpPr>
        <a:xfrm>
          <a:off x="0" y="0"/>
          <a:ext cx="0" cy="0"/>
          <a:chOff x="0" y="0"/>
          <a:chExt cx="0" cy="0"/>
        </a:xfrm>
      </p:grpSpPr>
      <p:sp>
        <p:nvSpPr>
          <p:cNvPr id="85" name="Google Shape;85;p19"/>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86" name="Google Shape;86;p19"/>
          <p:cNvSpPr txBox="1"/>
          <p:nvPr>
            <p:ph idx="1" type="body"/>
          </p:nvPr>
        </p:nvSpPr>
        <p:spPr>
          <a:xfrm>
            <a:off x="1097267" y="4998733"/>
            <a:ext cx="70920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87" name="Google Shape;87;p19"/>
          <p:cNvSpPr txBox="1"/>
          <p:nvPr>
            <p:ph idx="2" type="body"/>
          </p:nvPr>
        </p:nvSpPr>
        <p:spPr>
          <a:xfrm>
            <a:off x="8656267" y="4998733"/>
            <a:ext cx="70920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88" name="Google Shape;88;p19"/>
          <p:cNvSpPr txBox="1"/>
          <p:nvPr>
            <p:ph idx="3" type="body"/>
          </p:nvPr>
        </p:nvSpPr>
        <p:spPr>
          <a:xfrm>
            <a:off x="16236067" y="4998733"/>
            <a:ext cx="70920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89" name="Google Shape;89;p19"/>
          <p:cNvSpPr txBox="1"/>
          <p:nvPr>
            <p:ph idx="4"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Three columns with a bulleted list">
  <p:cSld name="CUSTOM_14_1">
    <p:spTree>
      <p:nvGrpSpPr>
        <p:cNvPr id="90" name="Shape 90"/>
        <p:cNvGrpSpPr/>
        <p:nvPr/>
      </p:nvGrpSpPr>
      <p:grpSpPr>
        <a:xfrm>
          <a:off x="0" y="0"/>
          <a:ext cx="0" cy="0"/>
          <a:chOff x="0" y="0"/>
          <a:chExt cx="0" cy="0"/>
        </a:xfrm>
      </p:grpSpPr>
      <p:sp>
        <p:nvSpPr>
          <p:cNvPr id="91" name="Google Shape;91;p20"/>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92" name="Google Shape;92;p20"/>
          <p:cNvSpPr txBox="1"/>
          <p:nvPr>
            <p:ph idx="1" type="body"/>
          </p:nvPr>
        </p:nvSpPr>
        <p:spPr>
          <a:xfrm>
            <a:off x="1097267" y="4998732"/>
            <a:ext cx="70920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93" name="Google Shape;93;p20"/>
          <p:cNvSpPr txBox="1"/>
          <p:nvPr>
            <p:ph idx="2" type="body"/>
          </p:nvPr>
        </p:nvSpPr>
        <p:spPr>
          <a:xfrm>
            <a:off x="8656267" y="4998732"/>
            <a:ext cx="70920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94" name="Google Shape;94;p20"/>
          <p:cNvSpPr txBox="1"/>
          <p:nvPr>
            <p:ph idx="3" type="body"/>
          </p:nvPr>
        </p:nvSpPr>
        <p:spPr>
          <a:xfrm>
            <a:off x="16236067" y="4998732"/>
            <a:ext cx="7092000" cy="63399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95" name="Google Shape;95;p20"/>
          <p:cNvSpPr txBox="1"/>
          <p:nvPr>
            <p:ph idx="4"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Three columns with headers">
  <p:cSld name="CUSTOM_15">
    <p:spTree>
      <p:nvGrpSpPr>
        <p:cNvPr id="96" name="Shape 96"/>
        <p:cNvGrpSpPr/>
        <p:nvPr/>
      </p:nvGrpSpPr>
      <p:grpSpPr>
        <a:xfrm>
          <a:off x="0" y="0"/>
          <a:ext cx="0" cy="0"/>
          <a:chOff x="0" y="0"/>
          <a:chExt cx="0" cy="0"/>
        </a:xfrm>
      </p:grpSpPr>
      <p:sp>
        <p:nvSpPr>
          <p:cNvPr id="97" name="Google Shape;97;p21"/>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98" name="Google Shape;98;p21"/>
          <p:cNvSpPr txBox="1"/>
          <p:nvPr>
            <p:ph idx="1" type="body"/>
          </p:nvPr>
        </p:nvSpPr>
        <p:spPr>
          <a:xfrm>
            <a:off x="1097281" y="4998720"/>
            <a:ext cx="70920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99" name="Google Shape;99;p21"/>
          <p:cNvSpPr txBox="1"/>
          <p:nvPr>
            <p:ph idx="2" type="body"/>
          </p:nvPr>
        </p:nvSpPr>
        <p:spPr>
          <a:xfrm>
            <a:off x="1097267" y="5639865"/>
            <a:ext cx="7092000" cy="56988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00" name="Google Shape;100;p21"/>
          <p:cNvSpPr txBox="1"/>
          <p:nvPr>
            <p:ph idx="3" type="body"/>
          </p:nvPr>
        </p:nvSpPr>
        <p:spPr>
          <a:xfrm>
            <a:off x="8683195" y="4998720"/>
            <a:ext cx="70920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101" name="Google Shape;101;p21"/>
          <p:cNvSpPr txBox="1"/>
          <p:nvPr>
            <p:ph idx="4" type="body"/>
          </p:nvPr>
        </p:nvSpPr>
        <p:spPr>
          <a:xfrm>
            <a:off x="8683181" y="5639865"/>
            <a:ext cx="7092000" cy="56988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02" name="Google Shape;102;p21"/>
          <p:cNvSpPr txBox="1"/>
          <p:nvPr>
            <p:ph idx="5" type="body"/>
          </p:nvPr>
        </p:nvSpPr>
        <p:spPr>
          <a:xfrm>
            <a:off x="16236081" y="4998720"/>
            <a:ext cx="70920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103" name="Google Shape;103;p21"/>
          <p:cNvSpPr txBox="1"/>
          <p:nvPr>
            <p:ph idx="6" type="body"/>
          </p:nvPr>
        </p:nvSpPr>
        <p:spPr>
          <a:xfrm>
            <a:off x="16236067" y="5639865"/>
            <a:ext cx="7092000" cy="56988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04" name="Google Shape;104;p21"/>
          <p:cNvSpPr txBox="1"/>
          <p:nvPr>
            <p:ph idx="7"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Three columns with icons">
  <p:cSld name="CUSTOM_16">
    <p:spTree>
      <p:nvGrpSpPr>
        <p:cNvPr id="105" name="Shape 105"/>
        <p:cNvGrpSpPr/>
        <p:nvPr/>
      </p:nvGrpSpPr>
      <p:grpSpPr>
        <a:xfrm>
          <a:off x="0" y="0"/>
          <a:ext cx="0" cy="0"/>
          <a:chOff x="0" y="0"/>
          <a:chExt cx="0" cy="0"/>
        </a:xfrm>
      </p:grpSpPr>
      <p:sp>
        <p:nvSpPr>
          <p:cNvPr id="106" name="Google Shape;106;p22"/>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07" name="Google Shape;107;p22"/>
          <p:cNvSpPr txBox="1"/>
          <p:nvPr>
            <p:ph idx="1" type="body"/>
          </p:nvPr>
        </p:nvSpPr>
        <p:spPr>
          <a:xfrm>
            <a:off x="1076567" y="8168640"/>
            <a:ext cx="7092000" cy="32103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08" name="Google Shape;108;p22"/>
          <p:cNvSpPr/>
          <p:nvPr>
            <p:ph idx="2" type="pic"/>
          </p:nvPr>
        </p:nvSpPr>
        <p:spPr>
          <a:xfrm>
            <a:off x="1076567" y="5300667"/>
            <a:ext cx="2233500" cy="2233500"/>
          </a:xfrm>
          <a:prstGeom prst="rect">
            <a:avLst/>
          </a:prstGeom>
          <a:noFill/>
          <a:ln>
            <a:noFill/>
          </a:ln>
        </p:spPr>
      </p:sp>
      <p:sp>
        <p:nvSpPr>
          <p:cNvPr id="109" name="Google Shape;109;p22"/>
          <p:cNvSpPr txBox="1"/>
          <p:nvPr>
            <p:ph idx="3" type="body"/>
          </p:nvPr>
        </p:nvSpPr>
        <p:spPr>
          <a:xfrm>
            <a:off x="8635567" y="8168640"/>
            <a:ext cx="7092000" cy="32103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10" name="Google Shape;110;p22"/>
          <p:cNvSpPr/>
          <p:nvPr>
            <p:ph idx="4" type="pic"/>
          </p:nvPr>
        </p:nvSpPr>
        <p:spPr>
          <a:xfrm>
            <a:off x="8635567" y="5300667"/>
            <a:ext cx="2233500" cy="2233500"/>
          </a:xfrm>
          <a:prstGeom prst="rect">
            <a:avLst/>
          </a:prstGeom>
          <a:noFill/>
          <a:ln>
            <a:noFill/>
          </a:ln>
        </p:spPr>
      </p:sp>
      <p:sp>
        <p:nvSpPr>
          <p:cNvPr id="111" name="Google Shape;111;p22"/>
          <p:cNvSpPr txBox="1"/>
          <p:nvPr>
            <p:ph idx="5" type="body"/>
          </p:nvPr>
        </p:nvSpPr>
        <p:spPr>
          <a:xfrm>
            <a:off x="16215367" y="8168640"/>
            <a:ext cx="7092000" cy="32103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12" name="Google Shape;112;p22"/>
          <p:cNvSpPr/>
          <p:nvPr>
            <p:ph idx="6" type="pic"/>
          </p:nvPr>
        </p:nvSpPr>
        <p:spPr>
          <a:xfrm>
            <a:off x="16215367" y="5300667"/>
            <a:ext cx="2233500" cy="2233500"/>
          </a:xfrm>
          <a:prstGeom prst="rect">
            <a:avLst/>
          </a:prstGeom>
          <a:noFill/>
          <a:ln>
            <a:noFill/>
          </a:ln>
        </p:spPr>
      </p:sp>
      <p:sp>
        <p:nvSpPr>
          <p:cNvPr id="113" name="Google Shape;113;p22"/>
          <p:cNvSpPr txBox="1"/>
          <p:nvPr>
            <p:ph idx="7"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Three columns with icons and headers">
  <p:cSld name="CUSTOM_17">
    <p:spTree>
      <p:nvGrpSpPr>
        <p:cNvPr id="114" name="Shape 114"/>
        <p:cNvGrpSpPr/>
        <p:nvPr/>
      </p:nvGrpSpPr>
      <p:grpSpPr>
        <a:xfrm>
          <a:off x="0" y="0"/>
          <a:ext cx="0" cy="0"/>
          <a:chOff x="0" y="0"/>
          <a:chExt cx="0" cy="0"/>
        </a:xfrm>
      </p:grpSpPr>
      <p:sp>
        <p:nvSpPr>
          <p:cNvPr id="115" name="Google Shape;115;p23"/>
          <p:cNvSpPr txBox="1"/>
          <p:nvPr>
            <p:ph type="title"/>
          </p:nvPr>
        </p:nvSpPr>
        <p:spPr>
          <a:xfrm>
            <a:off x="1097280"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16" name="Google Shape;116;p23"/>
          <p:cNvSpPr/>
          <p:nvPr>
            <p:ph idx="2" type="pic"/>
          </p:nvPr>
        </p:nvSpPr>
        <p:spPr>
          <a:xfrm>
            <a:off x="1076567" y="5300667"/>
            <a:ext cx="2233500" cy="2233500"/>
          </a:xfrm>
          <a:prstGeom prst="rect">
            <a:avLst/>
          </a:prstGeom>
          <a:noFill/>
          <a:ln>
            <a:noFill/>
          </a:ln>
        </p:spPr>
      </p:sp>
      <p:sp>
        <p:nvSpPr>
          <p:cNvPr id="117" name="Google Shape;117;p23"/>
          <p:cNvSpPr txBox="1"/>
          <p:nvPr>
            <p:ph idx="1" type="body"/>
          </p:nvPr>
        </p:nvSpPr>
        <p:spPr>
          <a:xfrm>
            <a:off x="1076567" y="8168640"/>
            <a:ext cx="70920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118" name="Google Shape;118;p23"/>
          <p:cNvSpPr txBox="1"/>
          <p:nvPr>
            <p:ph idx="3" type="body"/>
          </p:nvPr>
        </p:nvSpPr>
        <p:spPr>
          <a:xfrm>
            <a:off x="1076567" y="8802633"/>
            <a:ext cx="7092000" cy="25356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19" name="Google Shape;119;p23"/>
          <p:cNvSpPr/>
          <p:nvPr>
            <p:ph idx="4" type="pic"/>
          </p:nvPr>
        </p:nvSpPr>
        <p:spPr>
          <a:xfrm>
            <a:off x="8662481" y="5300667"/>
            <a:ext cx="2233500" cy="2233500"/>
          </a:xfrm>
          <a:prstGeom prst="rect">
            <a:avLst/>
          </a:prstGeom>
          <a:noFill/>
          <a:ln>
            <a:noFill/>
          </a:ln>
        </p:spPr>
      </p:sp>
      <p:sp>
        <p:nvSpPr>
          <p:cNvPr id="120" name="Google Shape;120;p23"/>
          <p:cNvSpPr txBox="1"/>
          <p:nvPr>
            <p:ph idx="5" type="body"/>
          </p:nvPr>
        </p:nvSpPr>
        <p:spPr>
          <a:xfrm>
            <a:off x="8662481" y="8168640"/>
            <a:ext cx="70920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121" name="Google Shape;121;p23"/>
          <p:cNvSpPr txBox="1"/>
          <p:nvPr>
            <p:ph idx="6" type="body"/>
          </p:nvPr>
        </p:nvSpPr>
        <p:spPr>
          <a:xfrm>
            <a:off x="8662481" y="8802633"/>
            <a:ext cx="7092000" cy="25356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22" name="Google Shape;122;p23"/>
          <p:cNvSpPr/>
          <p:nvPr>
            <p:ph idx="7" type="pic"/>
          </p:nvPr>
        </p:nvSpPr>
        <p:spPr>
          <a:xfrm>
            <a:off x="16221467" y="5300667"/>
            <a:ext cx="2233500" cy="2233500"/>
          </a:xfrm>
          <a:prstGeom prst="rect">
            <a:avLst/>
          </a:prstGeom>
          <a:noFill/>
          <a:ln>
            <a:noFill/>
          </a:ln>
        </p:spPr>
      </p:sp>
      <p:sp>
        <p:nvSpPr>
          <p:cNvPr id="123" name="Google Shape;123;p23"/>
          <p:cNvSpPr txBox="1"/>
          <p:nvPr>
            <p:ph idx="8" type="body"/>
          </p:nvPr>
        </p:nvSpPr>
        <p:spPr>
          <a:xfrm>
            <a:off x="16221467" y="8168640"/>
            <a:ext cx="7092000" cy="8781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b="1"/>
            </a:lvl1pPr>
            <a:lvl2pPr indent="-463550" lvl="1" marL="914400" rtl="0">
              <a:spcBef>
                <a:spcPts val="1600"/>
              </a:spcBef>
              <a:spcAft>
                <a:spcPts val="0"/>
              </a:spcAft>
              <a:buSzPts val="3700"/>
              <a:buChar char="○"/>
              <a:defRPr b="1"/>
            </a:lvl2pPr>
            <a:lvl3pPr indent="-463550" lvl="2" marL="1371600" rtl="0">
              <a:spcBef>
                <a:spcPts val="1600"/>
              </a:spcBef>
              <a:spcAft>
                <a:spcPts val="0"/>
              </a:spcAft>
              <a:buSzPts val="3700"/>
              <a:buChar char="■"/>
              <a:defRPr b="1"/>
            </a:lvl3pPr>
            <a:lvl4pPr indent="-463550" lvl="3" marL="1828800" rtl="0">
              <a:spcBef>
                <a:spcPts val="1600"/>
              </a:spcBef>
              <a:spcAft>
                <a:spcPts val="0"/>
              </a:spcAft>
              <a:buSzPts val="3700"/>
              <a:buChar char="●"/>
              <a:defRPr b="1"/>
            </a:lvl4pPr>
            <a:lvl5pPr indent="-463550" lvl="4" marL="2286000" rtl="0">
              <a:spcBef>
                <a:spcPts val="1600"/>
              </a:spcBef>
              <a:spcAft>
                <a:spcPts val="0"/>
              </a:spcAft>
              <a:buSzPts val="3700"/>
              <a:buChar char="○"/>
              <a:defRPr b="1"/>
            </a:lvl5pPr>
            <a:lvl6pPr indent="-463550" lvl="5" marL="2743200" rtl="0">
              <a:spcBef>
                <a:spcPts val="1600"/>
              </a:spcBef>
              <a:spcAft>
                <a:spcPts val="0"/>
              </a:spcAft>
              <a:buSzPts val="3700"/>
              <a:buChar char="■"/>
              <a:defRPr b="1"/>
            </a:lvl6pPr>
            <a:lvl7pPr indent="-463550" lvl="6" marL="3200400" rtl="0">
              <a:spcBef>
                <a:spcPts val="1600"/>
              </a:spcBef>
              <a:spcAft>
                <a:spcPts val="0"/>
              </a:spcAft>
              <a:buSzPts val="3700"/>
              <a:buChar char="●"/>
              <a:defRPr b="1"/>
            </a:lvl7pPr>
            <a:lvl8pPr indent="-463550" lvl="7" marL="3657600" rtl="0">
              <a:spcBef>
                <a:spcPts val="1600"/>
              </a:spcBef>
              <a:spcAft>
                <a:spcPts val="0"/>
              </a:spcAft>
              <a:buSzPts val="3700"/>
              <a:buChar char="○"/>
              <a:defRPr b="1"/>
            </a:lvl8pPr>
            <a:lvl9pPr indent="-463550" lvl="8" marL="4114800" rtl="0">
              <a:spcBef>
                <a:spcPts val="1600"/>
              </a:spcBef>
              <a:spcAft>
                <a:spcPts val="1600"/>
              </a:spcAft>
              <a:buSzPts val="3700"/>
              <a:buChar char="■"/>
              <a:defRPr b="1"/>
            </a:lvl9pPr>
          </a:lstStyle>
          <a:p/>
        </p:txBody>
      </p:sp>
      <p:sp>
        <p:nvSpPr>
          <p:cNvPr id="124" name="Google Shape;124;p23"/>
          <p:cNvSpPr txBox="1"/>
          <p:nvPr>
            <p:ph idx="9" type="body"/>
          </p:nvPr>
        </p:nvSpPr>
        <p:spPr>
          <a:xfrm>
            <a:off x="16221467" y="8802633"/>
            <a:ext cx="7092000" cy="25356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25" name="Google Shape;125;p23"/>
          <p:cNvSpPr txBox="1"/>
          <p:nvPr>
            <p:ph idx="13"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Big number">
  <p:cSld name="CUSTOM_18">
    <p:spTree>
      <p:nvGrpSpPr>
        <p:cNvPr id="126" name="Shape 126"/>
        <p:cNvGrpSpPr/>
        <p:nvPr/>
      </p:nvGrpSpPr>
      <p:grpSpPr>
        <a:xfrm>
          <a:off x="0" y="0"/>
          <a:ext cx="0" cy="0"/>
          <a:chOff x="0" y="0"/>
          <a:chExt cx="0" cy="0"/>
        </a:xfrm>
      </p:grpSpPr>
      <p:sp>
        <p:nvSpPr>
          <p:cNvPr id="127" name="Google Shape;127;p24"/>
          <p:cNvSpPr txBox="1"/>
          <p:nvPr>
            <p:ph idx="1" type="body"/>
          </p:nvPr>
        </p:nvSpPr>
        <p:spPr>
          <a:xfrm>
            <a:off x="1097267" y="3096767"/>
            <a:ext cx="22189800" cy="5072100"/>
          </a:xfrm>
          <a:prstGeom prst="rect">
            <a:avLst/>
          </a:prstGeom>
        </p:spPr>
        <p:txBody>
          <a:bodyPr anchorCtr="0" anchor="ctr" bIns="0" lIns="0" spcFirstLastPara="1" rIns="0" wrap="square" tIns="195025">
            <a:normAutofit/>
          </a:bodyPr>
          <a:lstStyle>
            <a:lvl1pPr indent="-2260600" lvl="0" marL="457200" rtl="0" algn="ctr">
              <a:spcBef>
                <a:spcPts val="0"/>
              </a:spcBef>
              <a:spcAft>
                <a:spcPts val="0"/>
              </a:spcAft>
              <a:buSzPts val="32000"/>
              <a:buFont typeface="Inter"/>
              <a:buChar char="●"/>
              <a:defRPr b="1" sz="32000">
                <a:latin typeface="Inter"/>
                <a:ea typeface="Inter"/>
                <a:cs typeface="Inter"/>
                <a:sym typeface="Inter"/>
              </a:defRPr>
            </a:lvl1pPr>
            <a:lvl2pPr indent="-2260600" lvl="1" marL="914400" rtl="0" algn="ctr">
              <a:spcBef>
                <a:spcPts val="1600"/>
              </a:spcBef>
              <a:spcAft>
                <a:spcPts val="0"/>
              </a:spcAft>
              <a:buSzPts val="32000"/>
              <a:buFont typeface="Inter"/>
              <a:buChar char="○"/>
              <a:defRPr b="1" sz="32000">
                <a:latin typeface="Inter"/>
                <a:ea typeface="Inter"/>
                <a:cs typeface="Inter"/>
                <a:sym typeface="Inter"/>
              </a:defRPr>
            </a:lvl2pPr>
            <a:lvl3pPr indent="-2260600" lvl="2" marL="1371600" rtl="0" algn="ctr">
              <a:spcBef>
                <a:spcPts val="1600"/>
              </a:spcBef>
              <a:spcAft>
                <a:spcPts val="0"/>
              </a:spcAft>
              <a:buSzPts val="32000"/>
              <a:buFont typeface="Inter"/>
              <a:buChar char="■"/>
              <a:defRPr b="1" sz="32000">
                <a:latin typeface="Inter"/>
                <a:ea typeface="Inter"/>
                <a:cs typeface="Inter"/>
                <a:sym typeface="Inter"/>
              </a:defRPr>
            </a:lvl3pPr>
            <a:lvl4pPr indent="-2260600" lvl="3" marL="1828800" rtl="0" algn="ctr">
              <a:spcBef>
                <a:spcPts val="1600"/>
              </a:spcBef>
              <a:spcAft>
                <a:spcPts val="0"/>
              </a:spcAft>
              <a:buSzPts val="32000"/>
              <a:buFont typeface="Inter"/>
              <a:buChar char="●"/>
              <a:defRPr b="1" sz="32000">
                <a:latin typeface="Inter"/>
                <a:ea typeface="Inter"/>
                <a:cs typeface="Inter"/>
                <a:sym typeface="Inter"/>
              </a:defRPr>
            </a:lvl4pPr>
            <a:lvl5pPr indent="-2260600" lvl="4" marL="2286000" rtl="0" algn="ctr">
              <a:spcBef>
                <a:spcPts val="1600"/>
              </a:spcBef>
              <a:spcAft>
                <a:spcPts val="0"/>
              </a:spcAft>
              <a:buSzPts val="32000"/>
              <a:buFont typeface="Inter"/>
              <a:buChar char="○"/>
              <a:defRPr b="1" sz="32000">
                <a:latin typeface="Inter"/>
                <a:ea typeface="Inter"/>
                <a:cs typeface="Inter"/>
                <a:sym typeface="Inter"/>
              </a:defRPr>
            </a:lvl5pPr>
            <a:lvl6pPr indent="-2260600" lvl="5" marL="2743200" rtl="0" algn="ctr">
              <a:spcBef>
                <a:spcPts val="1600"/>
              </a:spcBef>
              <a:spcAft>
                <a:spcPts val="0"/>
              </a:spcAft>
              <a:buSzPts val="32000"/>
              <a:buFont typeface="Inter"/>
              <a:buChar char="■"/>
              <a:defRPr b="1" sz="32000">
                <a:latin typeface="Inter"/>
                <a:ea typeface="Inter"/>
                <a:cs typeface="Inter"/>
                <a:sym typeface="Inter"/>
              </a:defRPr>
            </a:lvl6pPr>
            <a:lvl7pPr indent="-2260600" lvl="6" marL="3200400" rtl="0" algn="ctr">
              <a:spcBef>
                <a:spcPts val="1600"/>
              </a:spcBef>
              <a:spcAft>
                <a:spcPts val="0"/>
              </a:spcAft>
              <a:buSzPts val="32000"/>
              <a:buFont typeface="Inter"/>
              <a:buChar char="●"/>
              <a:defRPr b="1" sz="32000">
                <a:latin typeface="Inter"/>
                <a:ea typeface="Inter"/>
                <a:cs typeface="Inter"/>
                <a:sym typeface="Inter"/>
              </a:defRPr>
            </a:lvl7pPr>
            <a:lvl8pPr indent="-2260600" lvl="7" marL="3657600" rtl="0" algn="ctr">
              <a:spcBef>
                <a:spcPts val="1600"/>
              </a:spcBef>
              <a:spcAft>
                <a:spcPts val="0"/>
              </a:spcAft>
              <a:buSzPts val="32000"/>
              <a:buFont typeface="Inter"/>
              <a:buChar char="○"/>
              <a:defRPr b="1" sz="32000">
                <a:latin typeface="Inter"/>
                <a:ea typeface="Inter"/>
                <a:cs typeface="Inter"/>
                <a:sym typeface="Inter"/>
              </a:defRPr>
            </a:lvl8pPr>
            <a:lvl9pPr indent="-2260600" lvl="8" marL="4114800" rtl="0" algn="ctr">
              <a:spcBef>
                <a:spcPts val="1600"/>
              </a:spcBef>
              <a:spcAft>
                <a:spcPts val="1600"/>
              </a:spcAft>
              <a:buSzPts val="32000"/>
              <a:buFont typeface="Inter"/>
              <a:buChar char="■"/>
              <a:defRPr b="1" sz="32000">
                <a:latin typeface="Inter"/>
                <a:ea typeface="Inter"/>
                <a:cs typeface="Inter"/>
                <a:sym typeface="Inter"/>
              </a:defRPr>
            </a:lvl9pPr>
          </a:lstStyle>
          <a:p/>
        </p:txBody>
      </p:sp>
      <p:sp>
        <p:nvSpPr>
          <p:cNvPr id="128" name="Google Shape;128;p24"/>
          <p:cNvSpPr txBox="1"/>
          <p:nvPr>
            <p:ph idx="2" type="body"/>
          </p:nvPr>
        </p:nvSpPr>
        <p:spPr>
          <a:xfrm>
            <a:off x="4925191" y="8168767"/>
            <a:ext cx="14582700" cy="1902000"/>
          </a:xfrm>
          <a:prstGeom prst="rect">
            <a:avLst/>
          </a:prstGeom>
        </p:spPr>
        <p:txBody>
          <a:bodyPr anchorCtr="0" anchor="t" bIns="0" lIns="0" spcFirstLastPara="1" rIns="0" wrap="square" tIns="195025">
            <a:noAutofit/>
          </a:bodyPr>
          <a:lstStyle>
            <a:lvl1pPr indent="-463550" lvl="0" marL="457200" rtl="0" algn="ctr">
              <a:spcBef>
                <a:spcPts val="0"/>
              </a:spcBef>
              <a:spcAft>
                <a:spcPts val="0"/>
              </a:spcAft>
              <a:buSzPts val="3700"/>
              <a:buChar char="●"/>
              <a:defRPr/>
            </a:lvl1pPr>
            <a:lvl2pPr indent="-463550" lvl="1" marL="914400" rtl="0" algn="ctr">
              <a:spcBef>
                <a:spcPts val="1600"/>
              </a:spcBef>
              <a:spcAft>
                <a:spcPts val="0"/>
              </a:spcAft>
              <a:buSzPts val="3700"/>
              <a:buChar char="○"/>
              <a:defRPr/>
            </a:lvl2pPr>
            <a:lvl3pPr indent="-463550" lvl="2" marL="1371600" rtl="0" algn="ctr">
              <a:spcBef>
                <a:spcPts val="1600"/>
              </a:spcBef>
              <a:spcAft>
                <a:spcPts val="0"/>
              </a:spcAft>
              <a:buSzPts val="3700"/>
              <a:buChar char="■"/>
              <a:defRPr/>
            </a:lvl3pPr>
            <a:lvl4pPr indent="-463550" lvl="3" marL="1828800" rtl="0" algn="ctr">
              <a:spcBef>
                <a:spcPts val="1600"/>
              </a:spcBef>
              <a:spcAft>
                <a:spcPts val="0"/>
              </a:spcAft>
              <a:buSzPts val="3700"/>
              <a:buChar char="●"/>
              <a:defRPr/>
            </a:lvl4pPr>
            <a:lvl5pPr indent="-463550" lvl="4" marL="2286000" rtl="0" algn="ctr">
              <a:spcBef>
                <a:spcPts val="1600"/>
              </a:spcBef>
              <a:spcAft>
                <a:spcPts val="0"/>
              </a:spcAft>
              <a:buSzPts val="3700"/>
              <a:buChar char="○"/>
              <a:defRPr/>
            </a:lvl5pPr>
            <a:lvl6pPr indent="-463550" lvl="5" marL="2743200" rtl="0" algn="ctr">
              <a:spcBef>
                <a:spcPts val="1600"/>
              </a:spcBef>
              <a:spcAft>
                <a:spcPts val="0"/>
              </a:spcAft>
              <a:buSzPts val="3700"/>
              <a:buChar char="■"/>
              <a:defRPr/>
            </a:lvl6pPr>
            <a:lvl7pPr indent="-463550" lvl="6" marL="3200400" rtl="0" algn="ctr">
              <a:spcBef>
                <a:spcPts val="1600"/>
              </a:spcBef>
              <a:spcAft>
                <a:spcPts val="0"/>
              </a:spcAft>
              <a:buSzPts val="3700"/>
              <a:buChar char="●"/>
              <a:defRPr/>
            </a:lvl7pPr>
            <a:lvl8pPr indent="-463550" lvl="7" marL="3657600" rtl="0" algn="ctr">
              <a:spcBef>
                <a:spcPts val="1600"/>
              </a:spcBef>
              <a:spcAft>
                <a:spcPts val="0"/>
              </a:spcAft>
              <a:buSzPts val="3700"/>
              <a:buChar char="○"/>
              <a:defRPr/>
            </a:lvl8pPr>
            <a:lvl9pPr indent="-463550" lvl="8" marL="4114800" rtl="0" algn="ctr">
              <a:spcBef>
                <a:spcPts val="1600"/>
              </a:spcBef>
              <a:spcAft>
                <a:spcPts val="1600"/>
              </a:spcAft>
              <a:buSzPts val="37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Two big numbers">
  <p:cSld name="CUSTOM_19">
    <p:spTree>
      <p:nvGrpSpPr>
        <p:cNvPr id="129" name="Shape 129"/>
        <p:cNvGrpSpPr/>
        <p:nvPr/>
      </p:nvGrpSpPr>
      <p:grpSpPr>
        <a:xfrm>
          <a:off x="0" y="0"/>
          <a:ext cx="0" cy="0"/>
          <a:chOff x="0" y="0"/>
          <a:chExt cx="0" cy="0"/>
        </a:xfrm>
      </p:grpSpPr>
      <p:sp>
        <p:nvSpPr>
          <p:cNvPr id="130" name="Google Shape;130;p25"/>
          <p:cNvSpPr txBox="1"/>
          <p:nvPr>
            <p:ph idx="1" type="body"/>
          </p:nvPr>
        </p:nvSpPr>
        <p:spPr>
          <a:xfrm>
            <a:off x="1097267" y="3096767"/>
            <a:ext cx="10850700" cy="5072100"/>
          </a:xfrm>
          <a:prstGeom prst="rect">
            <a:avLst/>
          </a:prstGeom>
        </p:spPr>
        <p:txBody>
          <a:bodyPr anchorCtr="0" anchor="ctr" bIns="0" lIns="0" spcFirstLastPara="1" rIns="0" wrap="square" tIns="195025">
            <a:normAutofit/>
          </a:bodyPr>
          <a:lstStyle>
            <a:lvl1pPr indent="-2260600" lvl="0" marL="457200" rtl="0" algn="ctr">
              <a:spcBef>
                <a:spcPts val="0"/>
              </a:spcBef>
              <a:spcAft>
                <a:spcPts val="0"/>
              </a:spcAft>
              <a:buSzPts val="32000"/>
              <a:buFont typeface="Inter"/>
              <a:buChar char="●"/>
              <a:defRPr b="1" sz="32000">
                <a:latin typeface="Inter"/>
                <a:ea typeface="Inter"/>
                <a:cs typeface="Inter"/>
                <a:sym typeface="Inter"/>
              </a:defRPr>
            </a:lvl1pPr>
            <a:lvl2pPr indent="-2260600" lvl="1" marL="914400" rtl="0" algn="ctr">
              <a:spcBef>
                <a:spcPts val="1600"/>
              </a:spcBef>
              <a:spcAft>
                <a:spcPts val="0"/>
              </a:spcAft>
              <a:buSzPts val="32000"/>
              <a:buFont typeface="Inter"/>
              <a:buChar char="○"/>
              <a:defRPr b="1" sz="32000">
                <a:latin typeface="Inter"/>
                <a:ea typeface="Inter"/>
                <a:cs typeface="Inter"/>
                <a:sym typeface="Inter"/>
              </a:defRPr>
            </a:lvl2pPr>
            <a:lvl3pPr indent="-2260600" lvl="2" marL="1371600" rtl="0" algn="ctr">
              <a:spcBef>
                <a:spcPts val="1600"/>
              </a:spcBef>
              <a:spcAft>
                <a:spcPts val="0"/>
              </a:spcAft>
              <a:buSzPts val="32000"/>
              <a:buFont typeface="Inter"/>
              <a:buChar char="■"/>
              <a:defRPr b="1" sz="32000">
                <a:latin typeface="Inter"/>
                <a:ea typeface="Inter"/>
                <a:cs typeface="Inter"/>
                <a:sym typeface="Inter"/>
              </a:defRPr>
            </a:lvl3pPr>
            <a:lvl4pPr indent="-2260600" lvl="3" marL="1828800" rtl="0" algn="ctr">
              <a:spcBef>
                <a:spcPts val="1600"/>
              </a:spcBef>
              <a:spcAft>
                <a:spcPts val="0"/>
              </a:spcAft>
              <a:buSzPts val="32000"/>
              <a:buFont typeface="Inter"/>
              <a:buChar char="●"/>
              <a:defRPr b="1" sz="32000">
                <a:latin typeface="Inter"/>
                <a:ea typeface="Inter"/>
                <a:cs typeface="Inter"/>
                <a:sym typeface="Inter"/>
              </a:defRPr>
            </a:lvl4pPr>
            <a:lvl5pPr indent="-2260600" lvl="4" marL="2286000" rtl="0" algn="ctr">
              <a:spcBef>
                <a:spcPts val="1600"/>
              </a:spcBef>
              <a:spcAft>
                <a:spcPts val="0"/>
              </a:spcAft>
              <a:buSzPts val="32000"/>
              <a:buFont typeface="Inter"/>
              <a:buChar char="○"/>
              <a:defRPr b="1" sz="32000">
                <a:latin typeface="Inter"/>
                <a:ea typeface="Inter"/>
                <a:cs typeface="Inter"/>
                <a:sym typeface="Inter"/>
              </a:defRPr>
            </a:lvl5pPr>
            <a:lvl6pPr indent="-2260600" lvl="5" marL="2743200" rtl="0" algn="ctr">
              <a:spcBef>
                <a:spcPts val="1600"/>
              </a:spcBef>
              <a:spcAft>
                <a:spcPts val="0"/>
              </a:spcAft>
              <a:buSzPts val="32000"/>
              <a:buFont typeface="Inter"/>
              <a:buChar char="■"/>
              <a:defRPr b="1" sz="32000">
                <a:latin typeface="Inter"/>
                <a:ea typeface="Inter"/>
                <a:cs typeface="Inter"/>
                <a:sym typeface="Inter"/>
              </a:defRPr>
            </a:lvl6pPr>
            <a:lvl7pPr indent="-2260600" lvl="6" marL="3200400" rtl="0" algn="ctr">
              <a:spcBef>
                <a:spcPts val="1600"/>
              </a:spcBef>
              <a:spcAft>
                <a:spcPts val="0"/>
              </a:spcAft>
              <a:buSzPts val="32000"/>
              <a:buFont typeface="Inter"/>
              <a:buChar char="●"/>
              <a:defRPr b="1" sz="32000">
                <a:latin typeface="Inter"/>
                <a:ea typeface="Inter"/>
                <a:cs typeface="Inter"/>
                <a:sym typeface="Inter"/>
              </a:defRPr>
            </a:lvl7pPr>
            <a:lvl8pPr indent="-2260600" lvl="7" marL="3657600" rtl="0" algn="ctr">
              <a:spcBef>
                <a:spcPts val="1600"/>
              </a:spcBef>
              <a:spcAft>
                <a:spcPts val="0"/>
              </a:spcAft>
              <a:buSzPts val="32000"/>
              <a:buFont typeface="Inter"/>
              <a:buChar char="○"/>
              <a:defRPr b="1" sz="32000">
                <a:latin typeface="Inter"/>
                <a:ea typeface="Inter"/>
                <a:cs typeface="Inter"/>
                <a:sym typeface="Inter"/>
              </a:defRPr>
            </a:lvl8pPr>
            <a:lvl9pPr indent="-2260600" lvl="8" marL="4114800" rtl="0" algn="ctr">
              <a:spcBef>
                <a:spcPts val="1600"/>
              </a:spcBef>
              <a:spcAft>
                <a:spcPts val="1600"/>
              </a:spcAft>
              <a:buSzPts val="32000"/>
              <a:buFont typeface="Inter"/>
              <a:buChar char="■"/>
              <a:defRPr b="1" sz="32000">
                <a:latin typeface="Inter"/>
                <a:ea typeface="Inter"/>
                <a:cs typeface="Inter"/>
                <a:sym typeface="Inter"/>
              </a:defRPr>
            </a:lvl9pPr>
          </a:lstStyle>
          <a:p/>
        </p:txBody>
      </p:sp>
      <p:sp>
        <p:nvSpPr>
          <p:cNvPr id="131" name="Google Shape;131;p25"/>
          <p:cNvSpPr txBox="1"/>
          <p:nvPr>
            <p:ph idx="2" type="body"/>
          </p:nvPr>
        </p:nvSpPr>
        <p:spPr>
          <a:xfrm>
            <a:off x="2969165" y="8168767"/>
            <a:ext cx="7131300" cy="1902000"/>
          </a:xfrm>
          <a:prstGeom prst="rect">
            <a:avLst/>
          </a:prstGeom>
        </p:spPr>
        <p:txBody>
          <a:bodyPr anchorCtr="0" anchor="t" bIns="0" lIns="0" spcFirstLastPara="1" rIns="0" wrap="square" tIns="195025">
            <a:noAutofit/>
          </a:bodyPr>
          <a:lstStyle>
            <a:lvl1pPr indent="-463550" lvl="0" marL="457200" rtl="0" algn="ctr">
              <a:spcBef>
                <a:spcPts val="0"/>
              </a:spcBef>
              <a:spcAft>
                <a:spcPts val="0"/>
              </a:spcAft>
              <a:buSzPts val="3700"/>
              <a:buChar char="●"/>
              <a:defRPr/>
            </a:lvl1pPr>
            <a:lvl2pPr indent="-463550" lvl="1" marL="914400" rtl="0" algn="ctr">
              <a:spcBef>
                <a:spcPts val="1600"/>
              </a:spcBef>
              <a:spcAft>
                <a:spcPts val="0"/>
              </a:spcAft>
              <a:buSzPts val="3700"/>
              <a:buChar char="○"/>
              <a:defRPr/>
            </a:lvl2pPr>
            <a:lvl3pPr indent="-463550" lvl="2" marL="1371600" rtl="0" algn="ctr">
              <a:spcBef>
                <a:spcPts val="1600"/>
              </a:spcBef>
              <a:spcAft>
                <a:spcPts val="0"/>
              </a:spcAft>
              <a:buSzPts val="3700"/>
              <a:buChar char="■"/>
              <a:defRPr/>
            </a:lvl3pPr>
            <a:lvl4pPr indent="-463550" lvl="3" marL="1828800" rtl="0" algn="ctr">
              <a:spcBef>
                <a:spcPts val="1600"/>
              </a:spcBef>
              <a:spcAft>
                <a:spcPts val="0"/>
              </a:spcAft>
              <a:buSzPts val="3700"/>
              <a:buChar char="●"/>
              <a:defRPr/>
            </a:lvl4pPr>
            <a:lvl5pPr indent="-463550" lvl="4" marL="2286000" rtl="0" algn="ctr">
              <a:spcBef>
                <a:spcPts val="1600"/>
              </a:spcBef>
              <a:spcAft>
                <a:spcPts val="0"/>
              </a:spcAft>
              <a:buSzPts val="3700"/>
              <a:buChar char="○"/>
              <a:defRPr/>
            </a:lvl5pPr>
            <a:lvl6pPr indent="-463550" lvl="5" marL="2743200" rtl="0" algn="ctr">
              <a:spcBef>
                <a:spcPts val="1600"/>
              </a:spcBef>
              <a:spcAft>
                <a:spcPts val="0"/>
              </a:spcAft>
              <a:buSzPts val="3700"/>
              <a:buChar char="■"/>
              <a:defRPr/>
            </a:lvl6pPr>
            <a:lvl7pPr indent="-463550" lvl="6" marL="3200400" rtl="0" algn="ctr">
              <a:spcBef>
                <a:spcPts val="1600"/>
              </a:spcBef>
              <a:spcAft>
                <a:spcPts val="0"/>
              </a:spcAft>
              <a:buSzPts val="3700"/>
              <a:buChar char="●"/>
              <a:defRPr/>
            </a:lvl7pPr>
            <a:lvl8pPr indent="-463550" lvl="7" marL="3657600" rtl="0" algn="ctr">
              <a:spcBef>
                <a:spcPts val="1600"/>
              </a:spcBef>
              <a:spcAft>
                <a:spcPts val="0"/>
              </a:spcAft>
              <a:buSzPts val="3700"/>
              <a:buChar char="○"/>
              <a:defRPr/>
            </a:lvl8pPr>
            <a:lvl9pPr indent="-463550" lvl="8" marL="4114800" rtl="0" algn="ctr">
              <a:spcBef>
                <a:spcPts val="1600"/>
              </a:spcBef>
              <a:spcAft>
                <a:spcPts val="1600"/>
              </a:spcAft>
              <a:buSzPts val="3700"/>
              <a:buChar char="■"/>
              <a:defRPr/>
            </a:lvl9pPr>
          </a:lstStyle>
          <a:p/>
        </p:txBody>
      </p:sp>
      <p:sp>
        <p:nvSpPr>
          <p:cNvPr id="132" name="Google Shape;132;p25"/>
          <p:cNvSpPr txBox="1"/>
          <p:nvPr>
            <p:ph idx="3" type="body"/>
          </p:nvPr>
        </p:nvSpPr>
        <p:spPr>
          <a:xfrm>
            <a:off x="12435833" y="3096767"/>
            <a:ext cx="10850700" cy="5072100"/>
          </a:xfrm>
          <a:prstGeom prst="rect">
            <a:avLst/>
          </a:prstGeom>
        </p:spPr>
        <p:txBody>
          <a:bodyPr anchorCtr="0" anchor="ctr" bIns="0" lIns="0" spcFirstLastPara="1" rIns="0" wrap="square" tIns="195025">
            <a:normAutofit/>
          </a:bodyPr>
          <a:lstStyle>
            <a:lvl1pPr indent="-2260600" lvl="0" marL="457200" rtl="0" algn="ctr">
              <a:spcBef>
                <a:spcPts val="0"/>
              </a:spcBef>
              <a:spcAft>
                <a:spcPts val="0"/>
              </a:spcAft>
              <a:buSzPts val="32000"/>
              <a:buFont typeface="Inter"/>
              <a:buChar char="●"/>
              <a:defRPr b="1" sz="32000">
                <a:latin typeface="Inter"/>
                <a:ea typeface="Inter"/>
                <a:cs typeface="Inter"/>
                <a:sym typeface="Inter"/>
              </a:defRPr>
            </a:lvl1pPr>
            <a:lvl2pPr indent="-2260600" lvl="1" marL="914400" rtl="0" algn="ctr">
              <a:spcBef>
                <a:spcPts val="1600"/>
              </a:spcBef>
              <a:spcAft>
                <a:spcPts val="0"/>
              </a:spcAft>
              <a:buSzPts val="32000"/>
              <a:buFont typeface="Inter"/>
              <a:buChar char="○"/>
              <a:defRPr b="1" sz="32000">
                <a:latin typeface="Inter"/>
                <a:ea typeface="Inter"/>
                <a:cs typeface="Inter"/>
                <a:sym typeface="Inter"/>
              </a:defRPr>
            </a:lvl2pPr>
            <a:lvl3pPr indent="-2260600" lvl="2" marL="1371600" rtl="0" algn="ctr">
              <a:spcBef>
                <a:spcPts val="1600"/>
              </a:spcBef>
              <a:spcAft>
                <a:spcPts val="0"/>
              </a:spcAft>
              <a:buSzPts val="32000"/>
              <a:buFont typeface="Inter"/>
              <a:buChar char="■"/>
              <a:defRPr b="1" sz="32000">
                <a:latin typeface="Inter"/>
                <a:ea typeface="Inter"/>
                <a:cs typeface="Inter"/>
                <a:sym typeface="Inter"/>
              </a:defRPr>
            </a:lvl3pPr>
            <a:lvl4pPr indent="-2260600" lvl="3" marL="1828800" rtl="0" algn="ctr">
              <a:spcBef>
                <a:spcPts val="1600"/>
              </a:spcBef>
              <a:spcAft>
                <a:spcPts val="0"/>
              </a:spcAft>
              <a:buSzPts val="32000"/>
              <a:buFont typeface="Inter"/>
              <a:buChar char="●"/>
              <a:defRPr b="1" sz="32000">
                <a:latin typeface="Inter"/>
                <a:ea typeface="Inter"/>
                <a:cs typeface="Inter"/>
                <a:sym typeface="Inter"/>
              </a:defRPr>
            </a:lvl4pPr>
            <a:lvl5pPr indent="-2260600" lvl="4" marL="2286000" rtl="0" algn="ctr">
              <a:spcBef>
                <a:spcPts val="1600"/>
              </a:spcBef>
              <a:spcAft>
                <a:spcPts val="0"/>
              </a:spcAft>
              <a:buSzPts val="32000"/>
              <a:buFont typeface="Inter"/>
              <a:buChar char="○"/>
              <a:defRPr b="1" sz="32000">
                <a:latin typeface="Inter"/>
                <a:ea typeface="Inter"/>
                <a:cs typeface="Inter"/>
                <a:sym typeface="Inter"/>
              </a:defRPr>
            </a:lvl5pPr>
            <a:lvl6pPr indent="-2260600" lvl="5" marL="2743200" rtl="0" algn="ctr">
              <a:spcBef>
                <a:spcPts val="1600"/>
              </a:spcBef>
              <a:spcAft>
                <a:spcPts val="0"/>
              </a:spcAft>
              <a:buSzPts val="32000"/>
              <a:buFont typeface="Inter"/>
              <a:buChar char="■"/>
              <a:defRPr b="1" sz="32000">
                <a:latin typeface="Inter"/>
                <a:ea typeface="Inter"/>
                <a:cs typeface="Inter"/>
                <a:sym typeface="Inter"/>
              </a:defRPr>
            </a:lvl6pPr>
            <a:lvl7pPr indent="-2260600" lvl="6" marL="3200400" rtl="0" algn="ctr">
              <a:spcBef>
                <a:spcPts val="1600"/>
              </a:spcBef>
              <a:spcAft>
                <a:spcPts val="0"/>
              </a:spcAft>
              <a:buSzPts val="32000"/>
              <a:buFont typeface="Inter"/>
              <a:buChar char="●"/>
              <a:defRPr b="1" sz="32000">
                <a:latin typeface="Inter"/>
                <a:ea typeface="Inter"/>
                <a:cs typeface="Inter"/>
                <a:sym typeface="Inter"/>
              </a:defRPr>
            </a:lvl7pPr>
            <a:lvl8pPr indent="-2260600" lvl="7" marL="3657600" rtl="0" algn="ctr">
              <a:spcBef>
                <a:spcPts val="1600"/>
              </a:spcBef>
              <a:spcAft>
                <a:spcPts val="0"/>
              </a:spcAft>
              <a:buSzPts val="32000"/>
              <a:buFont typeface="Inter"/>
              <a:buChar char="○"/>
              <a:defRPr b="1" sz="32000">
                <a:latin typeface="Inter"/>
                <a:ea typeface="Inter"/>
                <a:cs typeface="Inter"/>
                <a:sym typeface="Inter"/>
              </a:defRPr>
            </a:lvl8pPr>
            <a:lvl9pPr indent="-2260600" lvl="8" marL="4114800" rtl="0" algn="ctr">
              <a:spcBef>
                <a:spcPts val="1600"/>
              </a:spcBef>
              <a:spcAft>
                <a:spcPts val="1600"/>
              </a:spcAft>
              <a:buSzPts val="32000"/>
              <a:buFont typeface="Inter"/>
              <a:buChar char="■"/>
              <a:defRPr b="1" sz="32000">
                <a:latin typeface="Inter"/>
                <a:ea typeface="Inter"/>
                <a:cs typeface="Inter"/>
                <a:sym typeface="Inter"/>
              </a:defRPr>
            </a:lvl9pPr>
          </a:lstStyle>
          <a:p/>
        </p:txBody>
      </p:sp>
      <p:sp>
        <p:nvSpPr>
          <p:cNvPr id="133" name="Google Shape;133;p25"/>
          <p:cNvSpPr txBox="1"/>
          <p:nvPr>
            <p:ph idx="4" type="body"/>
          </p:nvPr>
        </p:nvSpPr>
        <p:spPr>
          <a:xfrm>
            <a:off x="14307731" y="8168767"/>
            <a:ext cx="7131300" cy="1902000"/>
          </a:xfrm>
          <a:prstGeom prst="rect">
            <a:avLst/>
          </a:prstGeom>
        </p:spPr>
        <p:txBody>
          <a:bodyPr anchorCtr="0" anchor="t" bIns="0" lIns="0" spcFirstLastPara="1" rIns="0" wrap="square" tIns="195025">
            <a:noAutofit/>
          </a:bodyPr>
          <a:lstStyle>
            <a:lvl1pPr indent="-463550" lvl="0" marL="457200" rtl="0" algn="ctr">
              <a:spcBef>
                <a:spcPts val="0"/>
              </a:spcBef>
              <a:spcAft>
                <a:spcPts val="0"/>
              </a:spcAft>
              <a:buSzPts val="3700"/>
              <a:buChar char="●"/>
              <a:defRPr/>
            </a:lvl1pPr>
            <a:lvl2pPr indent="-463550" lvl="1" marL="914400" rtl="0" algn="ctr">
              <a:spcBef>
                <a:spcPts val="1600"/>
              </a:spcBef>
              <a:spcAft>
                <a:spcPts val="0"/>
              </a:spcAft>
              <a:buSzPts val="3700"/>
              <a:buChar char="○"/>
              <a:defRPr/>
            </a:lvl2pPr>
            <a:lvl3pPr indent="-463550" lvl="2" marL="1371600" rtl="0" algn="ctr">
              <a:spcBef>
                <a:spcPts val="1600"/>
              </a:spcBef>
              <a:spcAft>
                <a:spcPts val="0"/>
              </a:spcAft>
              <a:buSzPts val="3700"/>
              <a:buChar char="■"/>
              <a:defRPr/>
            </a:lvl3pPr>
            <a:lvl4pPr indent="-463550" lvl="3" marL="1828800" rtl="0" algn="ctr">
              <a:spcBef>
                <a:spcPts val="1600"/>
              </a:spcBef>
              <a:spcAft>
                <a:spcPts val="0"/>
              </a:spcAft>
              <a:buSzPts val="3700"/>
              <a:buChar char="●"/>
              <a:defRPr/>
            </a:lvl4pPr>
            <a:lvl5pPr indent="-463550" lvl="4" marL="2286000" rtl="0" algn="ctr">
              <a:spcBef>
                <a:spcPts val="1600"/>
              </a:spcBef>
              <a:spcAft>
                <a:spcPts val="0"/>
              </a:spcAft>
              <a:buSzPts val="3700"/>
              <a:buChar char="○"/>
              <a:defRPr/>
            </a:lvl5pPr>
            <a:lvl6pPr indent="-463550" lvl="5" marL="2743200" rtl="0" algn="ctr">
              <a:spcBef>
                <a:spcPts val="1600"/>
              </a:spcBef>
              <a:spcAft>
                <a:spcPts val="0"/>
              </a:spcAft>
              <a:buSzPts val="3700"/>
              <a:buChar char="■"/>
              <a:defRPr/>
            </a:lvl6pPr>
            <a:lvl7pPr indent="-463550" lvl="6" marL="3200400" rtl="0" algn="ctr">
              <a:spcBef>
                <a:spcPts val="1600"/>
              </a:spcBef>
              <a:spcAft>
                <a:spcPts val="0"/>
              </a:spcAft>
              <a:buSzPts val="3700"/>
              <a:buChar char="●"/>
              <a:defRPr/>
            </a:lvl7pPr>
            <a:lvl8pPr indent="-463550" lvl="7" marL="3657600" rtl="0" algn="ctr">
              <a:spcBef>
                <a:spcPts val="1600"/>
              </a:spcBef>
              <a:spcAft>
                <a:spcPts val="0"/>
              </a:spcAft>
              <a:buSzPts val="3700"/>
              <a:buChar char="○"/>
              <a:defRPr/>
            </a:lvl8pPr>
            <a:lvl9pPr indent="-463550" lvl="8" marL="4114800" rtl="0" algn="ctr">
              <a:spcBef>
                <a:spcPts val="1600"/>
              </a:spcBef>
              <a:spcAft>
                <a:spcPts val="1600"/>
              </a:spcAft>
              <a:buSzPts val="37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Three big numbers">
  <p:cSld name="CUSTOM_20">
    <p:spTree>
      <p:nvGrpSpPr>
        <p:cNvPr id="134" name="Shape 134"/>
        <p:cNvGrpSpPr/>
        <p:nvPr/>
      </p:nvGrpSpPr>
      <p:grpSpPr>
        <a:xfrm>
          <a:off x="0" y="0"/>
          <a:ext cx="0" cy="0"/>
          <a:chOff x="0" y="0"/>
          <a:chExt cx="0" cy="0"/>
        </a:xfrm>
      </p:grpSpPr>
      <p:sp>
        <p:nvSpPr>
          <p:cNvPr id="135" name="Google Shape;135;p26"/>
          <p:cNvSpPr txBox="1"/>
          <p:nvPr>
            <p:ph idx="1" type="body"/>
          </p:nvPr>
        </p:nvSpPr>
        <p:spPr>
          <a:xfrm>
            <a:off x="8656333" y="3096767"/>
            <a:ext cx="7071300" cy="5072100"/>
          </a:xfrm>
          <a:prstGeom prst="rect">
            <a:avLst/>
          </a:prstGeom>
        </p:spPr>
        <p:txBody>
          <a:bodyPr anchorCtr="0" anchor="ctr" bIns="0" lIns="0" spcFirstLastPara="1" rIns="0" wrap="square" tIns="195025">
            <a:normAutofit/>
          </a:bodyPr>
          <a:lstStyle>
            <a:lvl1pPr indent="-2260600" lvl="0" marL="457200" rtl="0" algn="ctr">
              <a:spcBef>
                <a:spcPts val="0"/>
              </a:spcBef>
              <a:spcAft>
                <a:spcPts val="0"/>
              </a:spcAft>
              <a:buSzPts val="32000"/>
              <a:buFont typeface="Inter"/>
              <a:buChar char="●"/>
              <a:defRPr b="1" sz="32000">
                <a:latin typeface="Inter"/>
                <a:ea typeface="Inter"/>
                <a:cs typeface="Inter"/>
                <a:sym typeface="Inter"/>
              </a:defRPr>
            </a:lvl1pPr>
            <a:lvl2pPr indent="-2260600" lvl="1" marL="914400" rtl="0" algn="ctr">
              <a:spcBef>
                <a:spcPts val="1600"/>
              </a:spcBef>
              <a:spcAft>
                <a:spcPts val="0"/>
              </a:spcAft>
              <a:buSzPts val="32000"/>
              <a:buFont typeface="Inter"/>
              <a:buChar char="○"/>
              <a:defRPr b="1" sz="32000">
                <a:latin typeface="Inter"/>
                <a:ea typeface="Inter"/>
                <a:cs typeface="Inter"/>
                <a:sym typeface="Inter"/>
              </a:defRPr>
            </a:lvl2pPr>
            <a:lvl3pPr indent="-2260600" lvl="2" marL="1371600" rtl="0" algn="ctr">
              <a:spcBef>
                <a:spcPts val="1600"/>
              </a:spcBef>
              <a:spcAft>
                <a:spcPts val="0"/>
              </a:spcAft>
              <a:buSzPts val="32000"/>
              <a:buFont typeface="Inter"/>
              <a:buChar char="■"/>
              <a:defRPr b="1" sz="32000">
                <a:latin typeface="Inter"/>
                <a:ea typeface="Inter"/>
                <a:cs typeface="Inter"/>
                <a:sym typeface="Inter"/>
              </a:defRPr>
            </a:lvl3pPr>
            <a:lvl4pPr indent="-2260600" lvl="3" marL="1828800" rtl="0" algn="ctr">
              <a:spcBef>
                <a:spcPts val="1600"/>
              </a:spcBef>
              <a:spcAft>
                <a:spcPts val="0"/>
              </a:spcAft>
              <a:buSzPts val="32000"/>
              <a:buFont typeface="Inter"/>
              <a:buChar char="●"/>
              <a:defRPr b="1" sz="32000">
                <a:latin typeface="Inter"/>
                <a:ea typeface="Inter"/>
                <a:cs typeface="Inter"/>
                <a:sym typeface="Inter"/>
              </a:defRPr>
            </a:lvl4pPr>
            <a:lvl5pPr indent="-2260600" lvl="4" marL="2286000" rtl="0" algn="ctr">
              <a:spcBef>
                <a:spcPts val="1600"/>
              </a:spcBef>
              <a:spcAft>
                <a:spcPts val="0"/>
              </a:spcAft>
              <a:buSzPts val="32000"/>
              <a:buFont typeface="Inter"/>
              <a:buChar char="○"/>
              <a:defRPr b="1" sz="32000">
                <a:latin typeface="Inter"/>
                <a:ea typeface="Inter"/>
                <a:cs typeface="Inter"/>
                <a:sym typeface="Inter"/>
              </a:defRPr>
            </a:lvl5pPr>
            <a:lvl6pPr indent="-2260600" lvl="5" marL="2743200" rtl="0" algn="ctr">
              <a:spcBef>
                <a:spcPts val="1600"/>
              </a:spcBef>
              <a:spcAft>
                <a:spcPts val="0"/>
              </a:spcAft>
              <a:buSzPts val="32000"/>
              <a:buFont typeface="Inter"/>
              <a:buChar char="■"/>
              <a:defRPr b="1" sz="32000">
                <a:latin typeface="Inter"/>
                <a:ea typeface="Inter"/>
                <a:cs typeface="Inter"/>
                <a:sym typeface="Inter"/>
              </a:defRPr>
            </a:lvl6pPr>
            <a:lvl7pPr indent="-2260600" lvl="6" marL="3200400" rtl="0" algn="ctr">
              <a:spcBef>
                <a:spcPts val="1600"/>
              </a:spcBef>
              <a:spcAft>
                <a:spcPts val="0"/>
              </a:spcAft>
              <a:buSzPts val="32000"/>
              <a:buFont typeface="Inter"/>
              <a:buChar char="●"/>
              <a:defRPr b="1" sz="32000">
                <a:latin typeface="Inter"/>
                <a:ea typeface="Inter"/>
                <a:cs typeface="Inter"/>
                <a:sym typeface="Inter"/>
              </a:defRPr>
            </a:lvl7pPr>
            <a:lvl8pPr indent="-2260600" lvl="7" marL="3657600" rtl="0" algn="ctr">
              <a:spcBef>
                <a:spcPts val="1600"/>
              </a:spcBef>
              <a:spcAft>
                <a:spcPts val="0"/>
              </a:spcAft>
              <a:buSzPts val="32000"/>
              <a:buFont typeface="Inter"/>
              <a:buChar char="○"/>
              <a:defRPr b="1" sz="32000">
                <a:latin typeface="Inter"/>
                <a:ea typeface="Inter"/>
                <a:cs typeface="Inter"/>
                <a:sym typeface="Inter"/>
              </a:defRPr>
            </a:lvl8pPr>
            <a:lvl9pPr indent="-2260600" lvl="8" marL="4114800" rtl="0" algn="ctr">
              <a:spcBef>
                <a:spcPts val="1600"/>
              </a:spcBef>
              <a:spcAft>
                <a:spcPts val="1600"/>
              </a:spcAft>
              <a:buSzPts val="32000"/>
              <a:buFont typeface="Inter"/>
              <a:buChar char="■"/>
              <a:defRPr b="1" sz="32000">
                <a:latin typeface="Inter"/>
                <a:ea typeface="Inter"/>
                <a:cs typeface="Inter"/>
                <a:sym typeface="Inter"/>
              </a:defRPr>
            </a:lvl9pPr>
          </a:lstStyle>
          <a:p/>
        </p:txBody>
      </p:sp>
      <p:sp>
        <p:nvSpPr>
          <p:cNvPr id="136" name="Google Shape;136;p26"/>
          <p:cNvSpPr txBox="1"/>
          <p:nvPr>
            <p:ph idx="2" type="body"/>
          </p:nvPr>
        </p:nvSpPr>
        <p:spPr>
          <a:xfrm>
            <a:off x="9876192" y="8168767"/>
            <a:ext cx="4647300" cy="1902000"/>
          </a:xfrm>
          <a:prstGeom prst="rect">
            <a:avLst/>
          </a:prstGeom>
        </p:spPr>
        <p:txBody>
          <a:bodyPr anchorCtr="0" anchor="t" bIns="0" lIns="0" spcFirstLastPara="1" rIns="0" wrap="square" tIns="195025">
            <a:noAutofit/>
          </a:bodyPr>
          <a:lstStyle>
            <a:lvl1pPr indent="-463550" lvl="0" marL="457200" rtl="0" algn="ctr">
              <a:spcBef>
                <a:spcPts val="0"/>
              </a:spcBef>
              <a:spcAft>
                <a:spcPts val="0"/>
              </a:spcAft>
              <a:buSzPts val="3700"/>
              <a:buChar char="●"/>
              <a:defRPr/>
            </a:lvl1pPr>
            <a:lvl2pPr indent="-463550" lvl="1" marL="914400" rtl="0" algn="ctr">
              <a:spcBef>
                <a:spcPts val="1600"/>
              </a:spcBef>
              <a:spcAft>
                <a:spcPts val="0"/>
              </a:spcAft>
              <a:buSzPts val="3700"/>
              <a:buChar char="○"/>
              <a:defRPr/>
            </a:lvl2pPr>
            <a:lvl3pPr indent="-463550" lvl="2" marL="1371600" rtl="0" algn="ctr">
              <a:spcBef>
                <a:spcPts val="1600"/>
              </a:spcBef>
              <a:spcAft>
                <a:spcPts val="0"/>
              </a:spcAft>
              <a:buSzPts val="3700"/>
              <a:buChar char="■"/>
              <a:defRPr/>
            </a:lvl3pPr>
            <a:lvl4pPr indent="-463550" lvl="3" marL="1828800" rtl="0" algn="ctr">
              <a:spcBef>
                <a:spcPts val="1600"/>
              </a:spcBef>
              <a:spcAft>
                <a:spcPts val="0"/>
              </a:spcAft>
              <a:buSzPts val="3700"/>
              <a:buChar char="●"/>
              <a:defRPr/>
            </a:lvl4pPr>
            <a:lvl5pPr indent="-463550" lvl="4" marL="2286000" rtl="0" algn="ctr">
              <a:spcBef>
                <a:spcPts val="1600"/>
              </a:spcBef>
              <a:spcAft>
                <a:spcPts val="0"/>
              </a:spcAft>
              <a:buSzPts val="3700"/>
              <a:buChar char="○"/>
              <a:defRPr/>
            </a:lvl5pPr>
            <a:lvl6pPr indent="-463550" lvl="5" marL="2743200" rtl="0" algn="ctr">
              <a:spcBef>
                <a:spcPts val="1600"/>
              </a:spcBef>
              <a:spcAft>
                <a:spcPts val="0"/>
              </a:spcAft>
              <a:buSzPts val="3700"/>
              <a:buChar char="■"/>
              <a:defRPr/>
            </a:lvl6pPr>
            <a:lvl7pPr indent="-463550" lvl="6" marL="3200400" rtl="0" algn="ctr">
              <a:spcBef>
                <a:spcPts val="1600"/>
              </a:spcBef>
              <a:spcAft>
                <a:spcPts val="0"/>
              </a:spcAft>
              <a:buSzPts val="3700"/>
              <a:buChar char="●"/>
              <a:defRPr/>
            </a:lvl7pPr>
            <a:lvl8pPr indent="-463550" lvl="7" marL="3657600" rtl="0" algn="ctr">
              <a:spcBef>
                <a:spcPts val="1600"/>
              </a:spcBef>
              <a:spcAft>
                <a:spcPts val="0"/>
              </a:spcAft>
              <a:buSzPts val="3700"/>
              <a:buChar char="○"/>
              <a:defRPr/>
            </a:lvl8pPr>
            <a:lvl9pPr indent="-463550" lvl="8" marL="4114800" rtl="0" algn="ctr">
              <a:spcBef>
                <a:spcPts val="1600"/>
              </a:spcBef>
              <a:spcAft>
                <a:spcPts val="1600"/>
              </a:spcAft>
              <a:buSzPts val="3700"/>
              <a:buChar char="■"/>
              <a:defRPr/>
            </a:lvl9pPr>
          </a:lstStyle>
          <a:p/>
        </p:txBody>
      </p:sp>
      <p:sp>
        <p:nvSpPr>
          <p:cNvPr id="137" name="Google Shape;137;p26"/>
          <p:cNvSpPr txBox="1"/>
          <p:nvPr>
            <p:ph idx="3" type="body"/>
          </p:nvPr>
        </p:nvSpPr>
        <p:spPr>
          <a:xfrm>
            <a:off x="1097267" y="3096767"/>
            <a:ext cx="7071300" cy="5072100"/>
          </a:xfrm>
          <a:prstGeom prst="rect">
            <a:avLst/>
          </a:prstGeom>
        </p:spPr>
        <p:txBody>
          <a:bodyPr anchorCtr="0" anchor="ctr" bIns="0" lIns="0" spcFirstLastPara="1" rIns="0" wrap="square" tIns="195025">
            <a:normAutofit/>
          </a:bodyPr>
          <a:lstStyle>
            <a:lvl1pPr indent="-2260600" lvl="0" marL="457200" rtl="0" algn="ctr">
              <a:spcBef>
                <a:spcPts val="0"/>
              </a:spcBef>
              <a:spcAft>
                <a:spcPts val="0"/>
              </a:spcAft>
              <a:buSzPts val="32000"/>
              <a:buFont typeface="Inter"/>
              <a:buChar char="●"/>
              <a:defRPr b="1" sz="32000">
                <a:latin typeface="Inter"/>
                <a:ea typeface="Inter"/>
                <a:cs typeface="Inter"/>
                <a:sym typeface="Inter"/>
              </a:defRPr>
            </a:lvl1pPr>
            <a:lvl2pPr indent="-2260600" lvl="1" marL="914400" rtl="0" algn="ctr">
              <a:spcBef>
                <a:spcPts val="1600"/>
              </a:spcBef>
              <a:spcAft>
                <a:spcPts val="0"/>
              </a:spcAft>
              <a:buSzPts val="32000"/>
              <a:buFont typeface="Inter"/>
              <a:buChar char="○"/>
              <a:defRPr b="1" sz="32000">
                <a:latin typeface="Inter"/>
                <a:ea typeface="Inter"/>
                <a:cs typeface="Inter"/>
                <a:sym typeface="Inter"/>
              </a:defRPr>
            </a:lvl2pPr>
            <a:lvl3pPr indent="-2260600" lvl="2" marL="1371600" rtl="0" algn="ctr">
              <a:spcBef>
                <a:spcPts val="1600"/>
              </a:spcBef>
              <a:spcAft>
                <a:spcPts val="0"/>
              </a:spcAft>
              <a:buSzPts val="32000"/>
              <a:buFont typeface="Inter"/>
              <a:buChar char="■"/>
              <a:defRPr b="1" sz="32000">
                <a:latin typeface="Inter"/>
                <a:ea typeface="Inter"/>
                <a:cs typeface="Inter"/>
                <a:sym typeface="Inter"/>
              </a:defRPr>
            </a:lvl3pPr>
            <a:lvl4pPr indent="-2260600" lvl="3" marL="1828800" rtl="0" algn="ctr">
              <a:spcBef>
                <a:spcPts val="1600"/>
              </a:spcBef>
              <a:spcAft>
                <a:spcPts val="0"/>
              </a:spcAft>
              <a:buSzPts val="32000"/>
              <a:buFont typeface="Inter"/>
              <a:buChar char="●"/>
              <a:defRPr b="1" sz="32000">
                <a:latin typeface="Inter"/>
                <a:ea typeface="Inter"/>
                <a:cs typeface="Inter"/>
                <a:sym typeface="Inter"/>
              </a:defRPr>
            </a:lvl4pPr>
            <a:lvl5pPr indent="-2260600" lvl="4" marL="2286000" rtl="0" algn="ctr">
              <a:spcBef>
                <a:spcPts val="1600"/>
              </a:spcBef>
              <a:spcAft>
                <a:spcPts val="0"/>
              </a:spcAft>
              <a:buSzPts val="32000"/>
              <a:buFont typeface="Inter"/>
              <a:buChar char="○"/>
              <a:defRPr b="1" sz="32000">
                <a:latin typeface="Inter"/>
                <a:ea typeface="Inter"/>
                <a:cs typeface="Inter"/>
                <a:sym typeface="Inter"/>
              </a:defRPr>
            </a:lvl5pPr>
            <a:lvl6pPr indent="-2260600" lvl="5" marL="2743200" rtl="0" algn="ctr">
              <a:spcBef>
                <a:spcPts val="1600"/>
              </a:spcBef>
              <a:spcAft>
                <a:spcPts val="0"/>
              </a:spcAft>
              <a:buSzPts val="32000"/>
              <a:buFont typeface="Inter"/>
              <a:buChar char="■"/>
              <a:defRPr b="1" sz="32000">
                <a:latin typeface="Inter"/>
                <a:ea typeface="Inter"/>
                <a:cs typeface="Inter"/>
                <a:sym typeface="Inter"/>
              </a:defRPr>
            </a:lvl6pPr>
            <a:lvl7pPr indent="-2260600" lvl="6" marL="3200400" rtl="0" algn="ctr">
              <a:spcBef>
                <a:spcPts val="1600"/>
              </a:spcBef>
              <a:spcAft>
                <a:spcPts val="0"/>
              </a:spcAft>
              <a:buSzPts val="32000"/>
              <a:buFont typeface="Inter"/>
              <a:buChar char="●"/>
              <a:defRPr b="1" sz="32000">
                <a:latin typeface="Inter"/>
                <a:ea typeface="Inter"/>
                <a:cs typeface="Inter"/>
                <a:sym typeface="Inter"/>
              </a:defRPr>
            </a:lvl7pPr>
            <a:lvl8pPr indent="-2260600" lvl="7" marL="3657600" rtl="0" algn="ctr">
              <a:spcBef>
                <a:spcPts val="1600"/>
              </a:spcBef>
              <a:spcAft>
                <a:spcPts val="0"/>
              </a:spcAft>
              <a:buSzPts val="32000"/>
              <a:buFont typeface="Inter"/>
              <a:buChar char="○"/>
              <a:defRPr b="1" sz="32000">
                <a:latin typeface="Inter"/>
                <a:ea typeface="Inter"/>
                <a:cs typeface="Inter"/>
                <a:sym typeface="Inter"/>
              </a:defRPr>
            </a:lvl8pPr>
            <a:lvl9pPr indent="-2260600" lvl="8" marL="4114800" rtl="0" algn="ctr">
              <a:spcBef>
                <a:spcPts val="1600"/>
              </a:spcBef>
              <a:spcAft>
                <a:spcPts val="1600"/>
              </a:spcAft>
              <a:buSzPts val="32000"/>
              <a:buFont typeface="Inter"/>
              <a:buChar char="■"/>
              <a:defRPr b="1" sz="32000">
                <a:latin typeface="Inter"/>
                <a:ea typeface="Inter"/>
                <a:cs typeface="Inter"/>
                <a:sym typeface="Inter"/>
              </a:defRPr>
            </a:lvl9pPr>
          </a:lstStyle>
          <a:p/>
        </p:txBody>
      </p:sp>
      <p:sp>
        <p:nvSpPr>
          <p:cNvPr id="138" name="Google Shape;138;p26"/>
          <p:cNvSpPr txBox="1"/>
          <p:nvPr>
            <p:ph idx="4" type="body"/>
          </p:nvPr>
        </p:nvSpPr>
        <p:spPr>
          <a:xfrm>
            <a:off x="2317125" y="8168767"/>
            <a:ext cx="4647300" cy="1902000"/>
          </a:xfrm>
          <a:prstGeom prst="rect">
            <a:avLst/>
          </a:prstGeom>
        </p:spPr>
        <p:txBody>
          <a:bodyPr anchorCtr="0" anchor="t" bIns="0" lIns="0" spcFirstLastPara="1" rIns="0" wrap="square" tIns="195025">
            <a:noAutofit/>
          </a:bodyPr>
          <a:lstStyle>
            <a:lvl1pPr indent="-463550" lvl="0" marL="457200" rtl="0" algn="ctr">
              <a:spcBef>
                <a:spcPts val="0"/>
              </a:spcBef>
              <a:spcAft>
                <a:spcPts val="0"/>
              </a:spcAft>
              <a:buSzPts val="3700"/>
              <a:buChar char="●"/>
              <a:defRPr/>
            </a:lvl1pPr>
            <a:lvl2pPr indent="-463550" lvl="1" marL="914400" rtl="0" algn="ctr">
              <a:spcBef>
                <a:spcPts val="1600"/>
              </a:spcBef>
              <a:spcAft>
                <a:spcPts val="0"/>
              </a:spcAft>
              <a:buSzPts val="3700"/>
              <a:buChar char="○"/>
              <a:defRPr/>
            </a:lvl2pPr>
            <a:lvl3pPr indent="-463550" lvl="2" marL="1371600" rtl="0" algn="ctr">
              <a:spcBef>
                <a:spcPts val="1600"/>
              </a:spcBef>
              <a:spcAft>
                <a:spcPts val="0"/>
              </a:spcAft>
              <a:buSzPts val="3700"/>
              <a:buChar char="■"/>
              <a:defRPr/>
            </a:lvl3pPr>
            <a:lvl4pPr indent="-463550" lvl="3" marL="1828800" rtl="0" algn="ctr">
              <a:spcBef>
                <a:spcPts val="1600"/>
              </a:spcBef>
              <a:spcAft>
                <a:spcPts val="0"/>
              </a:spcAft>
              <a:buSzPts val="3700"/>
              <a:buChar char="●"/>
              <a:defRPr/>
            </a:lvl4pPr>
            <a:lvl5pPr indent="-463550" lvl="4" marL="2286000" rtl="0" algn="ctr">
              <a:spcBef>
                <a:spcPts val="1600"/>
              </a:spcBef>
              <a:spcAft>
                <a:spcPts val="0"/>
              </a:spcAft>
              <a:buSzPts val="3700"/>
              <a:buChar char="○"/>
              <a:defRPr/>
            </a:lvl5pPr>
            <a:lvl6pPr indent="-463550" lvl="5" marL="2743200" rtl="0" algn="ctr">
              <a:spcBef>
                <a:spcPts val="1600"/>
              </a:spcBef>
              <a:spcAft>
                <a:spcPts val="0"/>
              </a:spcAft>
              <a:buSzPts val="3700"/>
              <a:buChar char="■"/>
              <a:defRPr/>
            </a:lvl6pPr>
            <a:lvl7pPr indent="-463550" lvl="6" marL="3200400" rtl="0" algn="ctr">
              <a:spcBef>
                <a:spcPts val="1600"/>
              </a:spcBef>
              <a:spcAft>
                <a:spcPts val="0"/>
              </a:spcAft>
              <a:buSzPts val="3700"/>
              <a:buChar char="●"/>
              <a:defRPr/>
            </a:lvl7pPr>
            <a:lvl8pPr indent="-463550" lvl="7" marL="3657600" rtl="0" algn="ctr">
              <a:spcBef>
                <a:spcPts val="1600"/>
              </a:spcBef>
              <a:spcAft>
                <a:spcPts val="0"/>
              </a:spcAft>
              <a:buSzPts val="3700"/>
              <a:buChar char="○"/>
              <a:defRPr/>
            </a:lvl8pPr>
            <a:lvl9pPr indent="-463550" lvl="8" marL="4114800" rtl="0" algn="ctr">
              <a:spcBef>
                <a:spcPts val="1600"/>
              </a:spcBef>
              <a:spcAft>
                <a:spcPts val="1600"/>
              </a:spcAft>
              <a:buSzPts val="3700"/>
              <a:buChar char="■"/>
              <a:defRPr/>
            </a:lvl9pPr>
          </a:lstStyle>
          <a:p/>
        </p:txBody>
      </p:sp>
      <p:sp>
        <p:nvSpPr>
          <p:cNvPr id="139" name="Google Shape;139;p26"/>
          <p:cNvSpPr txBox="1"/>
          <p:nvPr>
            <p:ph idx="5" type="body"/>
          </p:nvPr>
        </p:nvSpPr>
        <p:spPr>
          <a:xfrm>
            <a:off x="16215400" y="3096767"/>
            <a:ext cx="7071300" cy="5072100"/>
          </a:xfrm>
          <a:prstGeom prst="rect">
            <a:avLst/>
          </a:prstGeom>
        </p:spPr>
        <p:txBody>
          <a:bodyPr anchorCtr="0" anchor="ctr" bIns="0" lIns="0" spcFirstLastPara="1" rIns="0" wrap="square" tIns="195025">
            <a:normAutofit/>
          </a:bodyPr>
          <a:lstStyle>
            <a:lvl1pPr indent="-2260600" lvl="0" marL="457200" rtl="0" algn="ctr">
              <a:spcBef>
                <a:spcPts val="0"/>
              </a:spcBef>
              <a:spcAft>
                <a:spcPts val="0"/>
              </a:spcAft>
              <a:buSzPts val="32000"/>
              <a:buFont typeface="Inter"/>
              <a:buChar char="●"/>
              <a:defRPr b="1" sz="32000">
                <a:latin typeface="Inter"/>
                <a:ea typeface="Inter"/>
                <a:cs typeface="Inter"/>
                <a:sym typeface="Inter"/>
              </a:defRPr>
            </a:lvl1pPr>
            <a:lvl2pPr indent="-2260600" lvl="1" marL="914400" rtl="0" algn="ctr">
              <a:spcBef>
                <a:spcPts val="1600"/>
              </a:spcBef>
              <a:spcAft>
                <a:spcPts val="0"/>
              </a:spcAft>
              <a:buSzPts val="32000"/>
              <a:buFont typeface="Inter"/>
              <a:buChar char="○"/>
              <a:defRPr b="1" sz="32000">
                <a:latin typeface="Inter"/>
                <a:ea typeface="Inter"/>
                <a:cs typeface="Inter"/>
                <a:sym typeface="Inter"/>
              </a:defRPr>
            </a:lvl2pPr>
            <a:lvl3pPr indent="-2260600" lvl="2" marL="1371600" rtl="0" algn="ctr">
              <a:spcBef>
                <a:spcPts val="1600"/>
              </a:spcBef>
              <a:spcAft>
                <a:spcPts val="0"/>
              </a:spcAft>
              <a:buSzPts val="32000"/>
              <a:buFont typeface="Inter"/>
              <a:buChar char="■"/>
              <a:defRPr b="1" sz="32000">
                <a:latin typeface="Inter"/>
                <a:ea typeface="Inter"/>
                <a:cs typeface="Inter"/>
                <a:sym typeface="Inter"/>
              </a:defRPr>
            </a:lvl3pPr>
            <a:lvl4pPr indent="-2260600" lvl="3" marL="1828800" rtl="0" algn="ctr">
              <a:spcBef>
                <a:spcPts val="1600"/>
              </a:spcBef>
              <a:spcAft>
                <a:spcPts val="0"/>
              </a:spcAft>
              <a:buSzPts val="32000"/>
              <a:buFont typeface="Inter"/>
              <a:buChar char="●"/>
              <a:defRPr b="1" sz="32000">
                <a:latin typeface="Inter"/>
                <a:ea typeface="Inter"/>
                <a:cs typeface="Inter"/>
                <a:sym typeface="Inter"/>
              </a:defRPr>
            </a:lvl4pPr>
            <a:lvl5pPr indent="-2260600" lvl="4" marL="2286000" rtl="0" algn="ctr">
              <a:spcBef>
                <a:spcPts val="1600"/>
              </a:spcBef>
              <a:spcAft>
                <a:spcPts val="0"/>
              </a:spcAft>
              <a:buSzPts val="32000"/>
              <a:buFont typeface="Inter"/>
              <a:buChar char="○"/>
              <a:defRPr b="1" sz="32000">
                <a:latin typeface="Inter"/>
                <a:ea typeface="Inter"/>
                <a:cs typeface="Inter"/>
                <a:sym typeface="Inter"/>
              </a:defRPr>
            </a:lvl5pPr>
            <a:lvl6pPr indent="-2260600" lvl="5" marL="2743200" rtl="0" algn="ctr">
              <a:spcBef>
                <a:spcPts val="1600"/>
              </a:spcBef>
              <a:spcAft>
                <a:spcPts val="0"/>
              </a:spcAft>
              <a:buSzPts val="32000"/>
              <a:buFont typeface="Inter"/>
              <a:buChar char="■"/>
              <a:defRPr b="1" sz="32000">
                <a:latin typeface="Inter"/>
                <a:ea typeface="Inter"/>
                <a:cs typeface="Inter"/>
                <a:sym typeface="Inter"/>
              </a:defRPr>
            </a:lvl6pPr>
            <a:lvl7pPr indent="-2260600" lvl="6" marL="3200400" rtl="0" algn="ctr">
              <a:spcBef>
                <a:spcPts val="1600"/>
              </a:spcBef>
              <a:spcAft>
                <a:spcPts val="0"/>
              </a:spcAft>
              <a:buSzPts val="32000"/>
              <a:buFont typeface="Inter"/>
              <a:buChar char="●"/>
              <a:defRPr b="1" sz="32000">
                <a:latin typeface="Inter"/>
                <a:ea typeface="Inter"/>
                <a:cs typeface="Inter"/>
                <a:sym typeface="Inter"/>
              </a:defRPr>
            </a:lvl7pPr>
            <a:lvl8pPr indent="-2260600" lvl="7" marL="3657600" rtl="0" algn="ctr">
              <a:spcBef>
                <a:spcPts val="1600"/>
              </a:spcBef>
              <a:spcAft>
                <a:spcPts val="0"/>
              </a:spcAft>
              <a:buSzPts val="32000"/>
              <a:buFont typeface="Inter"/>
              <a:buChar char="○"/>
              <a:defRPr b="1" sz="32000">
                <a:latin typeface="Inter"/>
                <a:ea typeface="Inter"/>
                <a:cs typeface="Inter"/>
                <a:sym typeface="Inter"/>
              </a:defRPr>
            </a:lvl8pPr>
            <a:lvl9pPr indent="-2260600" lvl="8" marL="4114800" rtl="0" algn="ctr">
              <a:spcBef>
                <a:spcPts val="1600"/>
              </a:spcBef>
              <a:spcAft>
                <a:spcPts val="1600"/>
              </a:spcAft>
              <a:buSzPts val="32000"/>
              <a:buFont typeface="Inter"/>
              <a:buChar char="■"/>
              <a:defRPr b="1" sz="32000">
                <a:latin typeface="Inter"/>
                <a:ea typeface="Inter"/>
                <a:cs typeface="Inter"/>
                <a:sym typeface="Inter"/>
              </a:defRPr>
            </a:lvl9pPr>
          </a:lstStyle>
          <a:p/>
        </p:txBody>
      </p:sp>
      <p:sp>
        <p:nvSpPr>
          <p:cNvPr id="140" name="Google Shape;140;p26"/>
          <p:cNvSpPr txBox="1"/>
          <p:nvPr>
            <p:ph idx="6" type="body"/>
          </p:nvPr>
        </p:nvSpPr>
        <p:spPr>
          <a:xfrm>
            <a:off x="17435259" y="8168767"/>
            <a:ext cx="4647300" cy="1902000"/>
          </a:xfrm>
          <a:prstGeom prst="rect">
            <a:avLst/>
          </a:prstGeom>
        </p:spPr>
        <p:txBody>
          <a:bodyPr anchorCtr="0" anchor="t" bIns="0" lIns="0" spcFirstLastPara="1" rIns="0" wrap="square" tIns="195025">
            <a:noAutofit/>
          </a:bodyPr>
          <a:lstStyle>
            <a:lvl1pPr indent="-463550" lvl="0" marL="457200" rtl="0" algn="ctr">
              <a:spcBef>
                <a:spcPts val="0"/>
              </a:spcBef>
              <a:spcAft>
                <a:spcPts val="0"/>
              </a:spcAft>
              <a:buSzPts val="3700"/>
              <a:buChar char="●"/>
              <a:defRPr/>
            </a:lvl1pPr>
            <a:lvl2pPr indent="-463550" lvl="1" marL="914400" rtl="0" algn="ctr">
              <a:spcBef>
                <a:spcPts val="1600"/>
              </a:spcBef>
              <a:spcAft>
                <a:spcPts val="0"/>
              </a:spcAft>
              <a:buSzPts val="3700"/>
              <a:buChar char="○"/>
              <a:defRPr/>
            </a:lvl2pPr>
            <a:lvl3pPr indent="-463550" lvl="2" marL="1371600" rtl="0" algn="ctr">
              <a:spcBef>
                <a:spcPts val="1600"/>
              </a:spcBef>
              <a:spcAft>
                <a:spcPts val="0"/>
              </a:spcAft>
              <a:buSzPts val="3700"/>
              <a:buChar char="■"/>
              <a:defRPr/>
            </a:lvl3pPr>
            <a:lvl4pPr indent="-463550" lvl="3" marL="1828800" rtl="0" algn="ctr">
              <a:spcBef>
                <a:spcPts val="1600"/>
              </a:spcBef>
              <a:spcAft>
                <a:spcPts val="0"/>
              </a:spcAft>
              <a:buSzPts val="3700"/>
              <a:buChar char="●"/>
              <a:defRPr/>
            </a:lvl4pPr>
            <a:lvl5pPr indent="-463550" lvl="4" marL="2286000" rtl="0" algn="ctr">
              <a:spcBef>
                <a:spcPts val="1600"/>
              </a:spcBef>
              <a:spcAft>
                <a:spcPts val="0"/>
              </a:spcAft>
              <a:buSzPts val="3700"/>
              <a:buChar char="○"/>
              <a:defRPr/>
            </a:lvl5pPr>
            <a:lvl6pPr indent="-463550" lvl="5" marL="2743200" rtl="0" algn="ctr">
              <a:spcBef>
                <a:spcPts val="1600"/>
              </a:spcBef>
              <a:spcAft>
                <a:spcPts val="0"/>
              </a:spcAft>
              <a:buSzPts val="3700"/>
              <a:buChar char="■"/>
              <a:defRPr/>
            </a:lvl6pPr>
            <a:lvl7pPr indent="-463550" lvl="6" marL="3200400" rtl="0" algn="ctr">
              <a:spcBef>
                <a:spcPts val="1600"/>
              </a:spcBef>
              <a:spcAft>
                <a:spcPts val="0"/>
              </a:spcAft>
              <a:buSzPts val="3700"/>
              <a:buChar char="●"/>
              <a:defRPr/>
            </a:lvl7pPr>
            <a:lvl8pPr indent="-463550" lvl="7" marL="3657600" rtl="0" algn="ctr">
              <a:spcBef>
                <a:spcPts val="1600"/>
              </a:spcBef>
              <a:spcAft>
                <a:spcPts val="0"/>
              </a:spcAft>
              <a:buSzPts val="3700"/>
              <a:buChar char="○"/>
              <a:defRPr/>
            </a:lvl8pPr>
            <a:lvl9pPr indent="-463550" lvl="8" marL="4114800" rtl="0" algn="ctr">
              <a:spcBef>
                <a:spcPts val="1600"/>
              </a:spcBef>
              <a:spcAft>
                <a:spcPts val="1600"/>
              </a:spcAft>
              <a:buSzPts val="37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 Screenshot slide">
  <p:cSld name="CUSTOM_21">
    <p:spTree>
      <p:nvGrpSpPr>
        <p:cNvPr id="141" name="Shape 141"/>
        <p:cNvGrpSpPr/>
        <p:nvPr/>
      </p:nvGrpSpPr>
      <p:grpSpPr>
        <a:xfrm>
          <a:off x="0" y="0"/>
          <a:ext cx="0" cy="0"/>
          <a:chOff x="0" y="0"/>
          <a:chExt cx="0" cy="0"/>
        </a:xfrm>
      </p:grpSpPr>
      <p:sp>
        <p:nvSpPr>
          <p:cNvPr id="142" name="Google Shape;142;p27"/>
          <p:cNvSpPr/>
          <p:nvPr>
            <p:ph idx="2" type="pic"/>
          </p:nvPr>
        </p:nvSpPr>
        <p:spPr>
          <a:xfrm>
            <a:off x="0" y="0"/>
            <a:ext cx="24384000" cy="137160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Two desktop screenshots ">
  <p:cSld name="CUSTOM_22">
    <p:spTree>
      <p:nvGrpSpPr>
        <p:cNvPr id="143" name="Shape 143"/>
        <p:cNvGrpSpPr/>
        <p:nvPr/>
      </p:nvGrpSpPr>
      <p:grpSpPr>
        <a:xfrm>
          <a:off x="0" y="0"/>
          <a:ext cx="0" cy="0"/>
          <a:chOff x="0" y="0"/>
          <a:chExt cx="0" cy="0"/>
        </a:xfrm>
      </p:grpSpPr>
      <p:sp>
        <p:nvSpPr>
          <p:cNvPr id="144" name="Google Shape;144;p28"/>
          <p:cNvSpPr/>
          <p:nvPr>
            <p:ph idx="2" type="pic"/>
          </p:nvPr>
        </p:nvSpPr>
        <p:spPr>
          <a:xfrm>
            <a:off x="1097267" y="1828800"/>
            <a:ext cx="12397500" cy="6974100"/>
          </a:xfrm>
          <a:prstGeom prst="rect">
            <a:avLst/>
          </a:prstGeom>
          <a:noFill/>
          <a:ln>
            <a:noFill/>
          </a:ln>
        </p:spPr>
      </p:sp>
      <p:sp>
        <p:nvSpPr>
          <p:cNvPr id="145" name="Google Shape;145;p28"/>
          <p:cNvSpPr/>
          <p:nvPr>
            <p:ph idx="3" type="pic"/>
          </p:nvPr>
        </p:nvSpPr>
        <p:spPr>
          <a:xfrm>
            <a:off x="10889133" y="4364733"/>
            <a:ext cx="12397500" cy="69741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Two mobile screenshots ">
  <p:cSld name="CUSTOM_23">
    <p:spTree>
      <p:nvGrpSpPr>
        <p:cNvPr id="146" name="Shape 146"/>
        <p:cNvGrpSpPr/>
        <p:nvPr/>
      </p:nvGrpSpPr>
      <p:grpSpPr>
        <a:xfrm>
          <a:off x="0" y="0"/>
          <a:ext cx="0" cy="0"/>
          <a:chOff x="0" y="0"/>
          <a:chExt cx="0" cy="0"/>
        </a:xfrm>
      </p:grpSpPr>
      <p:sp>
        <p:nvSpPr>
          <p:cNvPr id="147" name="Google Shape;147;p29"/>
          <p:cNvSpPr/>
          <p:nvPr>
            <p:ph idx="2" type="pic"/>
          </p:nvPr>
        </p:nvSpPr>
        <p:spPr>
          <a:xfrm>
            <a:off x="3170733" y="573024"/>
            <a:ext cx="7071300" cy="12570000"/>
          </a:xfrm>
          <a:prstGeom prst="rect">
            <a:avLst/>
          </a:prstGeom>
          <a:noFill/>
          <a:ln>
            <a:noFill/>
          </a:ln>
        </p:spPr>
      </p:sp>
      <p:sp>
        <p:nvSpPr>
          <p:cNvPr id="148" name="Google Shape;148;p29"/>
          <p:cNvSpPr/>
          <p:nvPr>
            <p:ph idx="3" type="pic"/>
          </p:nvPr>
        </p:nvSpPr>
        <p:spPr>
          <a:xfrm>
            <a:off x="14142720" y="573024"/>
            <a:ext cx="7071300" cy="125700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Picture with header and text">
  <p:cSld name="CUSTOM_24">
    <p:spTree>
      <p:nvGrpSpPr>
        <p:cNvPr id="149" name="Shape 149"/>
        <p:cNvGrpSpPr/>
        <p:nvPr/>
      </p:nvGrpSpPr>
      <p:grpSpPr>
        <a:xfrm>
          <a:off x="0" y="0"/>
          <a:ext cx="0" cy="0"/>
          <a:chOff x="0" y="0"/>
          <a:chExt cx="0" cy="0"/>
        </a:xfrm>
      </p:grpSpPr>
      <p:sp>
        <p:nvSpPr>
          <p:cNvPr id="150" name="Google Shape;150;p30"/>
          <p:cNvSpPr txBox="1"/>
          <p:nvPr>
            <p:ph type="title"/>
          </p:nvPr>
        </p:nvSpPr>
        <p:spPr>
          <a:xfrm>
            <a:off x="1097267" y="768100"/>
            <a:ext cx="221898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51" name="Google Shape;151;p30"/>
          <p:cNvSpPr/>
          <p:nvPr>
            <p:ph idx="2" type="pic"/>
          </p:nvPr>
        </p:nvSpPr>
        <p:spPr>
          <a:xfrm>
            <a:off x="1097267" y="3730767"/>
            <a:ext cx="10850700" cy="7608000"/>
          </a:xfrm>
          <a:prstGeom prst="rect">
            <a:avLst/>
          </a:prstGeom>
          <a:noFill/>
          <a:ln>
            <a:noFill/>
          </a:ln>
        </p:spPr>
      </p:sp>
      <p:sp>
        <p:nvSpPr>
          <p:cNvPr id="152" name="Google Shape;152;p30"/>
          <p:cNvSpPr txBox="1"/>
          <p:nvPr>
            <p:ph idx="1" type="body"/>
          </p:nvPr>
        </p:nvSpPr>
        <p:spPr>
          <a:xfrm>
            <a:off x="12435833" y="3730567"/>
            <a:ext cx="10903200" cy="7608000"/>
          </a:xfrm>
          <a:prstGeom prst="rect">
            <a:avLst/>
          </a:prstGeom>
        </p:spPr>
        <p:txBody>
          <a:bodyPr anchorCtr="0" anchor="t" bIns="0" lIns="0" spcFirstLastPara="1" rIns="0" wrap="square" tIns="195025">
            <a:noAutofit/>
          </a:bodyPr>
          <a:lstStyle>
            <a:lvl1pPr indent="-463550" lvl="0" marL="457200">
              <a:spcBef>
                <a:spcPts val="0"/>
              </a:spcBef>
              <a:spcAft>
                <a:spcPts val="0"/>
              </a:spcAft>
              <a:buSzPts val="3700"/>
              <a:buChar char="●"/>
              <a:defRPr/>
            </a:lvl1pPr>
            <a:lvl2pPr indent="-463550" lvl="1" marL="914400">
              <a:spcBef>
                <a:spcPts val="1600"/>
              </a:spcBef>
              <a:spcAft>
                <a:spcPts val="0"/>
              </a:spcAft>
              <a:buSzPts val="3700"/>
              <a:buChar char="○"/>
              <a:defRPr/>
            </a:lvl2pPr>
            <a:lvl3pPr indent="-463550" lvl="2" marL="1371600">
              <a:spcBef>
                <a:spcPts val="1600"/>
              </a:spcBef>
              <a:spcAft>
                <a:spcPts val="0"/>
              </a:spcAft>
              <a:buSzPts val="3700"/>
              <a:buChar char="■"/>
              <a:defRPr/>
            </a:lvl3pPr>
            <a:lvl4pPr indent="-463550" lvl="3" marL="1828800">
              <a:spcBef>
                <a:spcPts val="1600"/>
              </a:spcBef>
              <a:spcAft>
                <a:spcPts val="0"/>
              </a:spcAft>
              <a:buSzPts val="3700"/>
              <a:buChar char="●"/>
              <a:defRPr/>
            </a:lvl4pPr>
            <a:lvl5pPr indent="-463550" lvl="4" marL="2286000">
              <a:spcBef>
                <a:spcPts val="1600"/>
              </a:spcBef>
              <a:spcAft>
                <a:spcPts val="0"/>
              </a:spcAft>
              <a:buSzPts val="3700"/>
              <a:buChar char="○"/>
              <a:defRPr/>
            </a:lvl5pPr>
            <a:lvl6pPr indent="-463550" lvl="5" marL="2743200">
              <a:spcBef>
                <a:spcPts val="1600"/>
              </a:spcBef>
              <a:spcAft>
                <a:spcPts val="0"/>
              </a:spcAft>
              <a:buSzPts val="3700"/>
              <a:buChar char="■"/>
              <a:defRPr/>
            </a:lvl6pPr>
            <a:lvl7pPr indent="-463550" lvl="6" marL="3200400">
              <a:spcBef>
                <a:spcPts val="1600"/>
              </a:spcBef>
              <a:spcAft>
                <a:spcPts val="0"/>
              </a:spcAft>
              <a:buSzPts val="3700"/>
              <a:buChar char="●"/>
              <a:defRPr/>
            </a:lvl7pPr>
            <a:lvl8pPr indent="-463550" lvl="7" marL="3657600">
              <a:spcBef>
                <a:spcPts val="1600"/>
              </a:spcBef>
              <a:spcAft>
                <a:spcPts val="0"/>
              </a:spcAft>
              <a:buSzPts val="3700"/>
              <a:buChar char="○"/>
              <a:defRPr/>
            </a:lvl8pPr>
            <a:lvl9pPr indent="-463550" lvl="8" marL="4114800">
              <a:spcBef>
                <a:spcPts val="1600"/>
              </a:spcBef>
              <a:spcAft>
                <a:spcPts val="1600"/>
              </a:spcAft>
              <a:buSzPts val="37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Picture and text">
  <p:cSld name="CUSTOM_25">
    <p:spTree>
      <p:nvGrpSpPr>
        <p:cNvPr id="153" name="Shape 153"/>
        <p:cNvGrpSpPr/>
        <p:nvPr/>
      </p:nvGrpSpPr>
      <p:grpSpPr>
        <a:xfrm>
          <a:off x="0" y="0"/>
          <a:ext cx="0" cy="0"/>
          <a:chOff x="0" y="0"/>
          <a:chExt cx="0" cy="0"/>
        </a:xfrm>
      </p:grpSpPr>
      <p:sp>
        <p:nvSpPr>
          <p:cNvPr id="154" name="Google Shape;154;p31"/>
          <p:cNvSpPr/>
          <p:nvPr>
            <p:ph idx="2" type="pic"/>
          </p:nvPr>
        </p:nvSpPr>
        <p:spPr>
          <a:xfrm>
            <a:off x="1097267" y="1828800"/>
            <a:ext cx="10850700" cy="9510000"/>
          </a:xfrm>
          <a:prstGeom prst="rect">
            <a:avLst/>
          </a:prstGeom>
          <a:noFill/>
          <a:ln>
            <a:noFill/>
          </a:ln>
        </p:spPr>
      </p:sp>
      <p:sp>
        <p:nvSpPr>
          <p:cNvPr id="155" name="Google Shape;155;p31"/>
          <p:cNvSpPr txBox="1"/>
          <p:nvPr>
            <p:ph idx="1" type="body"/>
          </p:nvPr>
        </p:nvSpPr>
        <p:spPr>
          <a:xfrm>
            <a:off x="12435833" y="1828567"/>
            <a:ext cx="10903200" cy="95100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Two pictures with header">
  <p:cSld name="CUSTOM_26">
    <p:spTree>
      <p:nvGrpSpPr>
        <p:cNvPr id="156" name="Shape 156"/>
        <p:cNvGrpSpPr/>
        <p:nvPr/>
      </p:nvGrpSpPr>
      <p:grpSpPr>
        <a:xfrm>
          <a:off x="0" y="0"/>
          <a:ext cx="0" cy="0"/>
          <a:chOff x="0" y="0"/>
          <a:chExt cx="0" cy="0"/>
        </a:xfrm>
      </p:grpSpPr>
      <p:sp>
        <p:nvSpPr>
          <p:cNvPr id="157" name="Google Shape;157;p32"/>
          <p:cNvSpPr txBox="1"/>
          <p:nvPr>
            <p:ph type="title"/>
          </p:nvPr>
        </p:nvSpPr>
        <p:spPr>
          <a:xfrm>
            <a:off x="1097267" y="768100"/>
            <a:ext cx="221898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58" name="Google Shape;158;p32"/>
          <p:cNvSpPr/>
          <p:nvPr>
            <p:ph idx="2" type="pic"/>
          </p:nvPr>
        </p:nvSpPr>
        <p:spPr>
          <a:xfrm>
            <a:off x="1097267" y="3730767"/>
            <a:ext cx="10850700" cy="6339900"/>
          </a:xfrm>
          <a:prstGeom prst="rect">
            <a:avLst/>
          </a:prstGeom>
          <a:noFill/>
          <a:ln>
            <a:noFill/>
          </a:ln>
        </p:spPr>
      </p:sp>
      <p:sp>
        <p:nvSpPr>
          <p:cNvPr id="159" name="Google Shape;159;p32"/>
          <p:cNvSpPr txBox="1"/>
          <p:nvPr>
            <p:ph idx="1" type="body"/>
          </p:nvPr>
        </p:nvSpPr>
        <p:spPr>
          <a:xfrm>
            <a:off x="1097267" y="10704567"/>
            <a:ext cx="108507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60" name="Google Shape;160;p32"/>
          <p:cNvSpPr/>
          <p:nvPr>
            <p:ph idx="3" type="pic"/>
          </p:nvPr>
        </p:nvSpPr>
        <p:spPr>
          <a:xfrm>
            <a:off x="12462033" y="3730767"/>
            <a:ext cx="10850700" cy="6339900"/>
          </a:xfrm>
          <a:prstGeom prst="rect">
            <a:avLst/>
          </a:prstGeom>
          <a:noFill/>
          <a:ln>
            <a:noFill/>
          </a:ln>
        </p:spPr>
      </p:sp>
      <p:sp>
        <p:nvSpPr>
          <p:cNvPr id="161" name="Google Shape;161;p32"/>
          <p:cNvSpPr txBox="1"/>
          <p:nvPr>
            <p:ph idx="4" type="body"/>
          </p:nvPr>
        </p:nvSpPr>
        <p:spPr>
          <a:xfrm>
            <a:off x="12462033" y="10704567"/>
            <a:ext cx="108507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Two pictures">
  <p:cSld name="CUSTOM_27">
    <p:spTree>
      <p:nvGrpSpPr>
        <p:cNvPr id="162" name="Shape 162"/>
        <p:cNvGrpSpPr/>
        <p:nvPr/>
      </p:nvGrpSpPr>
      <p:grpSpPr>
        <a:xfrm>
          <a:off x="0" y="0"/>
          <a:ext cx="0" cy="0"/>
          <a:chOff x="0" y="0"/>
          <a:chExt cx="0" cy="0"/>
        </a:xfrm>
      </p:grpSpPr>
      <p:sp>
        <p:nvSpPr>
          <p:cNvPr id="163" name="Google Shape;163;p33"/>
          <p:cNvSpPr/>
          <p:nvPr>
            <p:ph idx="2" type="pic"/>
          </p:nvPr>
        </p:nvSpPr>
        <p:spPr>
          <a:xfrm>
            <a:off x="1097267" y="2462800"/>
            <a:ext cx="10850700" cy="7608000"/>
          </a:xfrm>
          <a:prstGeom prst="rect">
            <a:avLst/>
          </a:prstGeom>
          <a:noFill/>
          <a:ln>
            <a:noFill/>
          </a:ln>
        </p:spPr>
      </p:sp>
      <p:sp>
        <p:nvSpPr>
          <p:cNvPr id="164" name="Google Shape;164;p33"/>
          <p:cNvSpPr txBox="1"/>
          <p:nvPr>
            <p:ph idx="1" type="body"/>
          </p:nvPr>
        </p:nvSpPr>
        <p:spPr>
          <a:xfrm>
            <a:off x="1097267" y="10704567"/>
            <a:ext cx="108507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65" name="Google Shape;165;p33"/>
          <p:cNvSpPr/>
          <p:nvPr>
            <p:ph idx="3" type="pic"/>
          </p:nvPr>
        </p:nvSpPr>
        <p:spPr>
          <a:xfrm>
            <a:off x="12462033" y="2462800"/>
            <a:ext cx="10850700" cy="7608000"/>
          </a:xfrm>
          <a:prstGeom prst="rect">
            <a:avLst/>
          </a:prstGeom>
          <a:noFill/>
          <a:ln>
            <a:noFill/>
          </a:ln>
        </p:spPr>
      </p:sp>
      <p:sp>
        <p:nvSpPr>
          <p:cNvPr id="166" name="Google Shape;166;p33"/>
          <p:cNvSpPr txBox="1"/>
          <p:nvPr>
            <p:ph idx="4" type="body"/>
          </p:nvPr>
        </p:nvSpPr>
        <p:spPr>
          <a:xfrm>
            <a:off x="12462033" y="10704567"/>
            <a:ext cx="108507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hree pictures with headers">
  <p:cSld name="CUSTOM_28">
    <p:spTree>
      <p:nvGrpSpPr>
        <p:cNvPr id="167" name="Shape 167"/>
        <p:cNvGrpSpPr/>
        <p:nvPr/>
      </p:nvGrpSpPr>
      <p:grpSpPr>
        <a:xfrm>
          <a:off x="0" y="0"/>
          <a:ext cx="0" cy="0"/>
          <a:chOff x="0" y="0"/>
          <a:chExt cx="0" cy="0"/>
        </a:xfrm>
      </p:grpSpPr>
      <p:sp>
        <p:nvSpPr>
          <p:cNvPr id="168" name="Google Shape;168;p34"/>
          <p:cNvSpPr txBox="1"/>
          <p:nvPr>
            <p:ph type="title"/>
          </p:nvPr>
        </p:nvSpPr>
        <p:spPr>
          <a:xfrm>
            <a:off x="1097267" y="768100"/>
            <a:ext cx="221898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69" name="Google Shape;169;p34"/>
          <p:cNvSpPr/>
          <p:nvPr>
            <p:ph idx="2" type="pic"/>
          </p:nvPr>
        </p:nvSpPr>
        <p:spPr>
          <a:xfrm>
            <a:off x="1097267" y="3730767"/>
            <a:ext cx="7071300" cy="6339900"/>
          </a:xfrm>
          <a:prstGeom prst="rect">
            <a:avLst/>
          </a:prstGeom>
          <a:noFill/>
          <a:ln>
            <a:noFill/>
          </a:ln>
        </p:spPr>
      </p:sp>
      <p:sp>
        <p:nvSpPr>
          <p:cNvPr id="170" name="Google Shape;170;p34"/>
          <p:cNvSpPr txBox="1"/>
          <p:nvPr>
            <p:ph idx="1" type="body"/>
          </p:nvPr>
        </p:nvSpPr>
        <p:spPr>
          <a:xfrm>
            <a:off x="1097267" y="10704567"/>
            <a:ext cx="70713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71" name="Google Shape;171;p34"/>
          <p:cNvSpPr/>
          <p:nvPr>
            <p:ph idx="3" type="pic"/>
          </p:nvPr>
        </p:nvSpPr>
        <p:spPr>
          <a:xfrm>
            <a:off x="8656400" y="3730767"/>
            <a:ext cx="7071300" cy="6339900"/>
          </a:xfrm>
          <a:prstGeom prst="rect">
            <a:avLst/>
          </a:prstGeom>
          <a:noFill/>
          <a:ln>
            <a:noFill/>
          </a:ln>
        </p:spPr>
      </p:sp>
      <p:sp>
        <p:nvSpPr>
          <p:cNvPr id="172" name="Google Shape;172;p34"/>
          <p:cNvSpPr txBox="1"/>
          <p:nvPr>
            <p:ph idx="4" type="body"/>
          </p:nvPr>
        </p:nvSpPr>
        <p:spPr>
          <a:xfrm>
            <a:off x="8656400" y="10704567"/>
            <a:ext cx="70713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73" name="Google Shape;173;p34"/>
          <p:cNvSpPr/>
          <p:nvPr>
            <p:ph idx="5" type="pic"/>
          </p:nvPr>
        </p:nvSpPr>
        <p:spPr>
          <a:xfrm>
            <a:off x="16215533" y="3730767"/>
            <a:ext cx="7071300" cy="6339900"/>
          </a:xfrm>
          <a:prstGeom prst="rect">
            <a:avLst/>
          </a:prstGeom>
          <a:noFill/>
          <a:ln>
            <a:noFill/>
          </a:ln>
        </p:spPr>
      </p:sp>
      <p:sp>
        <p:nvSpPr>
          <p:cNvPr id="174" name="Google Shape;174;p34"/>
          <p:cNvSpPr txBox="1"/>
          <p:nvPr>
            <p:ph idx="6" type="body"/>
          </p:nvPr>
        </p:nvSpPr>
        <p:spPr>
          <a:xfrm>
            <a:off x="16215533" y="10704567"/>
            <a:ext cx="70713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Three pictures">
  <p:cSld name="CUSTOM_29">
    <p:spTree>
      <p:nvGrpSpPr>
        <p:cNvPr id="175" name="Shape 175"/>
        <p:cNvGrpSpPr/>
        <p:nvPr/>
      </p:nvGrpSpPr>
      <p:grpSpPr>
        <a:xfrm>
          <a:off x="0" y="0"/>
          <a:ext cx="0" cy="0"/>
          <a:chOff x="0" y="0"/>
          <a:chExt cx="0" cy="0"/>
        </a:xfrm>
      </p:grpSpPr>
      <p:sp>
        <p:nvSpPr>
          <p:cNvPr id="176" name="Google Shape;176;p35"/>
          <p:cNvSpPr/>
          <p:nvPr>
            <p:ph idx="2" type="pic"/>
          </p:nvPr>
        </p:nvSpPr>
        <p:spPr>
          <a:xfrm>
            <a:off x="1097267" y="2462800"/>
            <a:ext cx="7071300" cy="7608000"/>
          </a:xfrm>
          <a:prstGeom prst="rect">
            <a:avLst/>
          </a:prstGeom>
          <a:noFill/>
          <a:ln>
            <a:noFill/>
          </a:ln>
        </p:spPr>
      </p:sp>
      <p:sp>
        <p:nvSpPr>
          <p:cNvPr id="177" name="Google Shape;177;p35"/>
          <p:cNvSpPr txBox="1"/>
          <p:nvPr>
            <p:ph idx="1" type="body"/>
          </p:nvPr>
        </p:nvSpPr>
        <p:spPr>
          <a:xfrm>
            <a:off x="1097267" y="10704567"/>
            <a:ext cx="70713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78" name="Google Shape;178;p35"/>
          <p:cNvSpPr/>
          <p:nvPr>
            <p:ph idx="3" type="pic"/>
          </p:nvPr>
        </p:nvSpPr>
        <p:spPr>
          <a:xfrm>
            <a:off x="8656400" y="2462800"/>
            <a:ext cx="7071300" cy="7608000"/>
          </a:xfrm>
          <a:prstGeom prst="rect">
            <a:avLst/>
          </a:prstGeom>
          <a:noFill/>
          <a:ln>
            <a:noFill/>
          </a:ln>
        </p:spPr>
      </p:sp>
      <p:sp>
        <p:nvSpPr>
          <p:cNvPr id="179" name="Google Shape;179;p35"/>
          <p:cNvSpPr txBox="1"/>
          <p:nvPr>
            <p:ph idx="4" type="body"/>
          </p:nvPr>
        </p:nvSpPr>
        <p:spPr>
          <a:xfrm>
            <a:off x="8656400" y="10704567"/>
            <a:ext cx="70713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
        <p:nvSpPr>
          <p:cNvPr id="180" name="Google Shape;180;p35"/>
          <p:cNvSpPr/>
          <p:nvPr>
            <p:ph idx="5" type="pic"/>
          </p:nvPr>
        </p:nvSpPr>
        <p:spPr>
          <a:xfrm>
            <a:off x="16215533" y="2462800"/>
            <a:ext cx="7071300" cy="7608000"/>
          </a:xfrm>
          <a:prstGeom prst="rect">
            <a:avLst/>
          </a:prstGeom>
          <a:noFill/>
          <a:ln>
            <a:noFill/>
          </a:ln>
        </p:spPr>
      </p:sp>
      <p:sp>
        <p:nvSpPr>
          <p:cNvPr id="181" name="Google Shape;181;p35"/>
          <p:cNvSpPr txBox="1"/>
          <p:nvPr>
            <p:ph idx="6" type="body"/>
          </p:nvPr>
        </p:nvSpPr>
        <p:spPr>
          <a:xfrm>
            <a:off x="16215533" y="10704567"/>
            <a:ext cx="7071300" cy="7875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Picture with header and caption">
  <p:cSld name="CUSTOM_30">
    <p:spTree>
      <p:nvGrpSpPr>
        <p:cNvPr id="182" name="Shape 182"/>
        <p:cNvGrpSpPr/>
        <p:nvPr/>
      </p:nvGrpSpPr>
      <p:grpSpPr>
        <a:xfrm>
          <a:off x="0" y="0"/>
          <a:ext cx="0" cy="0"/>
          <a:chOff x="0" y="0"/>
          <a:chExt cx="0" cy="0"/>
        </a:xfrm>
      </p:grpSpPr>
      <p:sp>
        <p:nvSpPr>
          <p:cNvPr id="183" name="Google Shape;183;p36"/>
          <p:cNvSpPr txBox="1"/>
          <p:nvPr>
            <p:ph type="title"/>
          </p:nvPr>
        </p:nvSpPr>
        <p:spPr>
          <a:xfrm>
            <a:off x="1097267" y="768100"/>
            <a:ext cx="221898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84" name="Google Shape;184;p36"/>
          <p:cNvSpPr/>
          <p:nvPr>
            <p:ph idx="2" type="pic"/>
          </p:nvPr>
        </p:nvSpPr>
        <p:spPr>
          <a:xfrm>
            <a:off x="8656333" y="3730667"/>
            <a:ext cx="14630400" cy="7608000"/>
          </a:xfrm>
          <a:prstGeom prst="rect">
            <a:avLst/>
          </a:prstGeom>
          <a:noFill/>
          <a:ln>
            <a:noFill/>
          </a:ln>
        </p:spPr>
      </p:sp>
      <p:sp>
        <p:nvSpPr>
          <p:cNvPr id="185" name="Google Shape;185;p36"/>
          <p:cNvSpPr txBox="1"/>
          <p:nvPr>
            <p:ph idx="1" type="body"/>
          </p:nvPr>
        </p:nvSpPr>
        <p:spPr>
          <a:xfrm>
            <a:off x="1097267" y="3730567"/>
            <a:ext cx="7071300" cy="7608000"/>
          </a:xfrm>
          <a:prstGeom prst="rect">
            <a:avLst/>
          </a:prstGeom>
        </p:spPr>
        <p:txBody>
          <a:bodyPr anchorCtr="0" anchor="t" bIns="0" lIns="0" spcFirstLastPara="1" rIns="0" wrap="square" tIns="195025">
            <a:noAutofit/>
          </a:bodyPr>
          <a:lstStyle>
            <a:lvl1pPr indent="-463550" lvl="0" marL="457200" rtl="0">
              <a:spcBef>
                <a:spcPts val="0"/>
              </a:spcBef>
              <a:spcAft>
                <a:spcPts val="0"/>
              </a:spcAft>
              <a:buSzPts val="3700"/>
              <a:buChar char="●"/>
              <a:defRPr/>
            </a:lvl1pPr>
            <a:lvl2pPr indent="-463550" lvl="1" marL="914400" rtl="0">
              <a:spcBef>
                <a:spcPts val="1600"/>
              </a:spcBef>
              <a:spcAft>
                <a:spcPts val="0"/>
              </a:spcAft>
              <a:buSzPts val="3700"/>
              <a:buChar char="○"/>
              <a:defRPr/>
            </a:lvl2pPr>
            <a:lvl3pPr indent="-463550" lvl="2" marL="1371600" rtl="0">
              <a:spcBef>
                <a:spcPts val="1600"/>
              </a:spcBef>
              <a:spcAft>
                <a:spcPts val="0"/>
              </a:spcAft>
              <a:buSzPts val="3700"/>
              <a:buChar char="■"/>
              <a:defRPr/>
            </a:lvl3pPr>
            <a:lvl4pPr indent="-463550" lvl="3" marL="1828800" rtl="0">
              <a:spcBef>
                <a:spcPts val="1600"/>
              </a:spcBef>
              <a:spcAft>
                <a:spcPts val="0"/>
              </a:spcAft>
              <a:buSzPts val="3700"/>
              <a:buChar char="●"/>
              <a:defRPr/>
            </a:lvl4pPr>
            <a:lvl5pPr indent="-463550" lvl="4" marL="2286000" rtl="0">
              <a:spcBef>
                <a:spcPts val="1600"/>
              </a:spcBef>
              <a:spcAft>
                <a:spcPts val="0"/>
              </a:spcAft>
              <a:buSzPts val="3700"/>
              <a:buChar char="○"/>
              <a:defRPr/>
            </a:lvl5pPr>
            <a:lvl6pPr indent="-463550" lvl="5" marL="2743200" rtl="0">
              <a:spcBef>
                <a:spcPts val="1600"/>
              </a:spcBef>
              <a:spcAft>
                <a:spcPts val="0"/>
              </a:spcAft>
              <a:buSzPts val="3700"/>
              <a:buChar char="■"/>
              <a:defRPr/>
            </a:lvl6pPr>
            <a:lvl7pPr indent="-463550" lvl="6" marL="3200400" rtl="0">
              <a:spcBef>
                <a:spcPts val="1600"/>
              </a:spcBef>
              <a:spcAft>
                <a:spcPts val="0"/>
              </a:spcAft>
              <a:buSzPts val="3700"/>
              <a:buChar char="●"/>
              <a:defRPr/>
            </a:lvl7pPr>
            <a:lvl8pPr indent="-463550" lvl="7" marL="3657600" rtl="0">
              <a:spcBef>
                <a:spcPts val="1600"/>
              </a:spcBef>
              <a:spcAft>
                <a:spcPts val="0"/>
              </a:spcAft>
              <a:buSzPts val="3700"/>
              <a:buChar char="○"/>
              <a:defRPr/>
            </a:lvl8pPr>
            <a:lvl9pPr indent="-463550" lvl="8" marL="4114800" rtl="0">
              <a:spcBef>
                <a:spcPts val="1600"/>
              </a:spcBef>
              <a:spcAft>
                <a:spcPts val="1600"/>
              </a:spcAft>
              <a:buSzPts val="37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 Closing slide">
  <p:cSld name="CUSTOM_31">
    <p:spTree>
      <p:nvGrpSpPr>
        <p:cNvPr id="186" name="Shape 186"/>
        <p:cNvGrpSpPr/>
        <p:nvPr/>
      </p:nvGrpSpPr>
      <p:grpSpPr>
        <a:xfrm>
          <a:off x="0" y="0"/>
          <a:ext cx="0" cy="0"/>
          <a:chOff x="0" y="0"/>
          <a:chExt cx="0" cy="0"/>
        </a:xfrm>
      </p:grpSpPr>
      <p:sp>
        <p:nvSpPr>
          <p:cNvPr id="187" name="Google Shape;187;p37"/>
          <p:cNvSpPr txBox="1"/>
          <p:nvPr>
            <p:ph type="title"/>
          </p:nvPr>
        </p:nvSpPr>
        <p:spPr>
          <a:xfrm>
            <a:off x="1097267" y="3730764"/>
            <a:ext cx="18403500" cy="5072100"/>
          </a:xfrm>
          <a:prstGeom prst="rect">
            <a:avLst/>
          </a:prstGeom>
        </p:spPr>
        <p:txBody>
          <a:bodyPr anchorCtr="0" anchor="b" bIns="268150" lIns="0" spcFirstLastPara="1" rIns="0" wrap="square" tIns="0">
            <a:noAutofit/>
          </a:bodyPr>
          <a:lstStyle>
            <a:lvl1pPr lvl="0" rtl="0">
              <a:spcBef>
                <a:spcPts val="0"/>
              </a:spcBef>
              <a:spcAft>
                <a:spcPts val="0"/>
              </a:spcAft>
              <a:buSzPts val="12800"/>
              <a:buNone/>
              <a:defRPr sz="12800"/>
            </a:lvl1pPr>
            <a:lvl2pPr lvl="1" rtl="0">
              <a:spcBef>
                <a:spcPts val="0"/>
              </a:spcBef>
              <a:spcAft>
                <a:spcPts val="0"/>
              </a:spcAft>
              <a:buSzPts val="12800"/>
              <a:buNone/>
              <a:defRPr sz="12800"/>
            </a:lvl2pPr>
            <a:lvl3pPr lvl="2" rtl="0">
              <a:spcBef>
                <a:spcPts val="0"/>
              </a:spcBef>
              <a:spcAft>
                <a:spcPts val="0"/>
              </a:spcAft>
              <a:buSzPts val="12800"/>
              <a:buNone/>
              <a:defRPr sz="12800"/>
            </a:lvl3pPr>
            <a:lvl4pPr lvl="3" rtl="0">
              <a:spcBef>
                <a:spcPts val="0"/>
              </a:spcBef>
              <a:spcAft>
                <a:spcPts val="0"/>
              </a:spcAft>
              <a:buSzPts val="12800"/>
              <a:buNone/>
              <a:defRPr sz="12800"/>
            </a:lvl4pPr>
            <a:lvl5pPr lvl="4" rtl="0">
              <a:spcBef>
                <a:spcPts val="0"/>
              </a:spcBef>
              <a:spcAft>
                <a:spcPts val="0"/>
              </a:spcAft>
              <a:buSzPts val="12800"/>
              <a:buNone/>
              <a:defRPr sz="12800"/>
            </a:lvl5pPr>
            <a:lvl6pPr lvl="5" rtl="0">
              <a:spcBef>
                <a:spcPts val="0"/>
              </a:spcBef>
              <a:spcAft>
                <a:spcPts val="0"/>
              </a:spcAft>
              <a:buSzPts val="12800"/>
              <a:buNone/>
              <a:defRPr sz="12800"/>
            </a:lvl6pPr>
            <a:lvl7pPr lvl="6" rtl="0">
              <a:spcBef>
                <a:spcPts val="0"/>
              </a:spcBef>
              <a:spcAft>
                <a:spcPts val="0"/>
              </a:spcAft>
              <a:buSzPts val="12800"/>
              <a:buNone/>
              <a:defRPr sz="12800"/>
            </a:lvl7pPr>
            <a:lvl8pPr lvl="7" rtl="0">
              <a:spcBef>
                <a:spcPts val="0"/>
              </a:spcBef>
              <a:spcAft>
                <a:spcPts val="0"/>
              </a:spcAft>
              <a:buSzPts val="12800"/>
              <a:buNone/>
              <a:defRPr sz="12800"/>
            </a:lvl8pPr>
            <a:lvl9pPr lvl="8" rtl="0">
              <a:spcBef>
                <a:spcPts val="0"/>
              </a:spcBef>
              <a:spcAft>
                <a:spcPts val="0"/>
              </a:spcAft>
              <a:buSzPts val="12800"/>
              <a:buNone/>
              <a:defRPr sz="12800"/>
            </a:lvl9pPr>
          </a:lstStyle>
          <a:p/>
        </p:txBody>
      </p:sp>
      <p:sp>
        <p:nvSpPr>
          <p:cNvPr id="188" name="Google Shape;188;p37"/>
          <p:cNvSpPr txBox="1"/>
          <p:nvPr>
            <p:ph idx="1" type="body"/>
          </p:nvPr>
        </p:nvSpPr>
        <p:spPr>
          <a:xfrm>
            <a:off x="1097267" y="9436600"/>
            <a:ext cx="14651100" cy="1713600"/>
          </a:xfrm>
          <a:prstGeom prst="rect">
            <a:avLst/>
          </a:prstGeom>
        </p:spPr>
        <p:txBody>
          <a:bodyPr anchorCtr="0" anchor="t" bIns="0" lIns="0" spcFirstLastPara="1" rIns="0" wrap="square" tIns="195025">
            <a:noAutofit/>
          </a:bodyPr>
          <a:lstStyle>
            <a:lvl1pPr indent="-463550" lvl="0" marL="457200" rtl="0">
              <a:lnSpc>
                <a:spcPct val="100000"/>
              </a:lnSpc>
              <a:spcBef>
                <a:spcPts val="0"/>
              </a:spcBef>
              <a:spcAft>
                <a:spcPts val="0"/>
              </a:spcAft>
              <a:buSzPts val="3700"/>
              <a:buChar char="●"/>
              <a:defRPr/>
            </a:lvl1pPr>
            <a:lvl2pPr indent="-463550" lvl="1" marL="914400" rtl="0">
              <a:lnSpc>
                <a:spcPct val="100000"/>
              </a:lnSpc>
              <a:spcBef>
                <a:spcPts val="500"/>
              </a:spcBef>
              <a:spcAft>
                <a:spcPts val="0"/>
              </a:spcAft>
              <a:buSzPts val="3700"/>
              <a:buChar char="○"/>
              <a:defRPr/>
            </a:lvl2pPr>
            <a:lvl3pPr indent="-463550" lvl="2" marL="1371600" rtl="0">
              <a:lnSpc>
                <a:spcPct val="100000"/>
              </a:lnSpc>
              <a:spcBef>
                <a:spcPts val="500"/>
              </a:spcBef>
              <a:spcAft>
                <a:spcPts val="0"/>
              </a:spcAft>
              <a:buSzPts val="3700"/>
              <a:buChar char="■"/>
              <a:defRPr/>
            </a:lvl3pPr>
            <a:lvl4pPr indent="-463550" lvl="3" marL="1828800" rtl="0">
              <a:lnSpc>
                <a:spcPct val="100000"/>
              </a:lnSpc>
              <a:spcBef>
                <a:spcPts val="500"/>
              </a:spcBef>
              <a:spcAft>
                <a:spcPts val="0"/>
              </a:spcAft>
              <a:buSzPts val="3700"/>
              <a:buChar char="●"/>
              <a:defRPr/>
            </a:lvl4pPr>
            <a:lvl5pPr indent="-463550" lvl="4" marL="2286000" rtl="0">
              <a:lnSpc>
                <a:spcPct val="100000"/>
              </a:lnSpc>
              <a:spcBef>
                <a:spcPts val="500"/>
              </a:spcBef>
              <a:spcAft>
                <a:spcPts val="0"/>
              </a:spcAft>
              <a:buSzPts val="3700"/>
              <a:buChar char="○"/>
              <a:defRPr/>
            </a:lvl5pPr>
            <a:lvl6pPr indent="-463550" lvl="5" marL="2743200" rtl="0">
              <a:lnSpc>
                <a:spcPct val="100000"/>
              </a:lnSpc>
              <a:spcBef>
                <a:spcPts val="500"/>
              </a:spcBef>
              <a:spcAft>
                <a:spcPts val="0"/>
              </a:spcAft>
              <a:buSzPts val="3700"/>
              <a:buChar char="■"/>
              <a:defRPr/>
            </a:lvl6pPr>
            <a:lvl7pPr indent="-463550" lvl="6" marL="3200400" rtl="0">
              <a:lnSpc>
                <a:spcPct val="100000"/>
              </a:lnSpc>
              <a:spcBef>
                <a:spcPts val="500"/>
              </a:spcBef>
              <a:spcAft>
                <a:spcPts val="0"/>
              </a:spcAft>
              <a:buSzPts val="3700"/>
              <a:buChar char="●"/>
              <a:defRPr/>
            </a:lvl7pPr>
            <a:lvl8pPr indent="-463550" lvl="7" marL="3657600" rtl="0">
              <a:lnSpc>
                <a:spcPct val="100000"/>
              </a:lnSpc>
              <a:spcBef>
                <a:spcPts val="500"/>
              </a:spcBef>
              <a:spcAft>
                <a:spcPts val="0"/>
              </a:spcAft>
              <a:buSzPts val="3700"/>
              <a:buChar char="○"/>
              <a:defRPr/>
            </a:lvl8pPr>
            <a:lvl9pPr indent="-463550" lvl="8" marL="4114800" rtl="0">
              <a:lnSpc>
                <a:spcPct val="100000"/>
              </a:lnSpc>
              <a:spcBef>
                <a:spcPts val="500"/>
              </a:spcBef>
              <a:spcAft>
                <a:spcPts val="500"/>
              </a:spcAft>
              <a:buSzPts val="37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 Header and subheader">
  <p:cSld name="CUSTOM_32">
    <p:spTree>
      <p:nvGrpSpPr>
        <p:cNvPr id="189" name="Shape 189"/>
        <p:cNvGrpSpPr/>
        <p:nvPr/>
      </p:nvGrpSpPr>
      <p:grpSpPr>
        <a:xfrm>
          <a:off x="0" y="0"/>
          <a:ext cx="0" cy="0"/>
          <a:chOff x="0" y="0"/>
          <a:chExt cx="0" cy="0"/>
        </a:xfrm>
      </p:grpSpPr>
      <p:sp>
        <p:nvSpPr>
          <p:cNvPr id="190" name="Google Shape;190;p38"/>
          <p:cNvSpPr txBox="1"/>
          <p:nvPr>
            <p:ph type="title"/>
          </p:nvPr>
        </p:nvSpPr>
        <p:spPr>
          <a:xfrm>
            <a:off x="1097267"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
        <p:nvSpPr>
          <p:cNvPr id="191" name="Google Shape;191;p38"/>
          <p:cNvSpPr txBox="1"/>
          <p:nvPr>
            <p:ph idx="1" type="subTitle"/>
          </p:nvPr>
        </p:nvSpPr>
        <p:spPr>
          <a:xfrm>
            <a:off x="1076567" y="3730767"/>
            <a:ext cx="22210200" cy="633900"/>
          </a:xfrm>
          <a:prstGeom prst="rect">
            <a:avLst/>
          </a:prstGeom>
        </p:spPr>
        <p:txBody>
          <a:bodyPr anchorCtr="0" anchor="t" bIns="0" lIns="0" spcFirstLastPara="1" rIns="0" wrap="square" tIns="85325">
            <a:noAutofit/>
          </a:bodyPr>
          <a:lstStyle>
            <a:lvl1pPr lvl="0" rtl="0">
              <a:spcBef>
                <a:spcPts val="0"/>
              </a:spcBef>
              <a:spcAft>
                <a:spcPts val="0"/>
              </a:spcAft>
              <a:buSzPts val="4500"/>
              <a:buFont typeface="Inter Medium"/>
              <a:buNone/>
              <a:defRPr sz="4500">
                <a:latin typeface="Inter Medium"/>
                <a:ea typeface="Inter Medium"/>
                <a:cs typeface="Inter Medium"/>
                <a:sym typeface="Inter Medium"/>
              </a:defRPr>
            </a:lvl1pPr>
            <a:lvl2pPr lvl="1" rtl="0">
              <a:spcBef>
                <a:spcPts val="1600"/>
              </a:spcBef>
              <a:spcAft>
                <a:spcPts val="0"/>
              </a:spcAft>
              <a:buSzPts val="3700"/>
              <a:buNone/>
              <a:defRPr/>
            </a:lvl2pPr>
            <a:lvl3pPr lvl="2" rtl="0">
              <a:spcBef>
                <a:spcPts val="1600"/>
              </a:spcBef>
              <a:spcAft>
                <a:spcPts val="0"/>
              </a:spcAft>
              <a:buSzPts val="3700"/>
              <a:buNone/>
              <a:defRPr/>
            </a:lvl3pPr>
            <a:lvl4pPr lvl="3" rtl="0">
              <a:spcBef>
                <a:spcPts val="1600"/>
              </a:spcBef>
              <a:spcAft>
                <a:spcPts val="0"/>
              </a:spcAft>
              <a:buSzPts val="3700"/>
              <a:buNone/>
              <a:defRPr/>
            </a:lvl4pPr>
            <a:lvl5pPr lvl="4" rtl="0">
              <a:spcBef>
                <a:spcPts val="1600"/>
              </a:spcBef>
              <a:spcAft>
                <a:spcPts val="0"/>
              </a:spcAft>
              <a:buSzPts val="3700"/>
              <a:buNone/>
              <a:defRPr/>
            </a:lvl5pPr>
            <a:lvl6pPr lvl="5" rtl="0">
              <a:spcBef>
                <a:spcPts val="1600"/>
              </a:spcBef>
              <a:spcAft>
                <a:spcPts val="0"/>
              </a:spcAft>
              <a:buSzPts val="3700"/>
              <a:buNone/>
              <a:defRPr/>
            </a:lvl6pPr>
            <a:lvl7pPr lvl="6" rtl="0">
              <a:spcBef>
                <a:spcPts val="1600"/>
              </a:spcBef>
              <a:spcAft>
                <a:spcPts val="0"/>
              </a:spcAft>
              <a:buSzPts val="3700"/>
              <a:buNone/>
              <a:defRPr/>
            </a:lvl7pPr>
            <a:lvl8pPr lvl="7" rtl="0">
              <a:spcBef>
                <a:spcPts val="1600"/>
              </a:spcBef>
              <a:spcAft>
                <a:spcPts val="0"/>
              </a:spcAft>
              <a:buSzPts val="3700"/>
              <a:buNone/>
              <a:defRPr/>
            </a:lvl8pPr>
            <a:lvl9pPr lvl="8" rtl="0">
              <a:spcBef>
                <a:spcPts val="1600"/>
              </a:spcBef>
              <a:spcAft>
                <a:spcPts val="1600"/>
              </a:spcAft>
              <a:buSzPts val="37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 Header">
  <p:cSld name="CUSTOM_33">
    <p:spTree>
      <p:nvGrpSpPr>
        <p:cNvPr id="192" name="Shape 192"/>
        <p:cNvGrpSpPr/>
        <p:nvPr/>
      </p:nvGrpSpPr>
      <p:grpSpPr>
        <a:xfrm>
          <a:off x="0" y="0"/>
          <a:ext cx="0" cy="0"/>
          <a:chOff x="0" y="0"/>
          <a:chExt cx="0" cy="0"/>
        </a:xfrm>
      </p:grpSpPr>
      <p:sp>
        <p:nvSpPr>
          <p:cNvPr id="193" name="Google Shape;193;p39"/>
          <p:cNvSpPr txBox="1"/>
          <p:nvPr>
            <p:ph type="title"/>
          </p:nvPr>
        </p:nvSpPr>
        <p:spPr>
          <a:xfrm>
            <a:off x="1097267" y="768096"/>
            <a:ext cx="22210200" cy="2827500"/>
          </a:xfrm>
          <a:prstGeom prst="rect">
            <a:avLst/>
          </a:prstGeom>
        </p:spPr>
        <p:txBody>
          <a:bodyPr anchorCtr="0" anchor="b" bIns="243750" lIns="0" spcFirstLastPara="1" rIns="0" wrap="square" tIns="243750">
            <a:noAutofit/>
          </a:bodyPr>
          <a:lstStyle>
            <a:lvl1pPr lvl="0" rtl="0">
              <a:spcBef>
                <a:spcPts val="0"/>
              </a:spcBef>
              <a:spcAft>
                <a:spcPts val="0"/>
              </a:spcAft>
              <a:buSzPts val="8800"/>
              <a:buNone/>
              <a:defRPr/>
            </a:lvl1pPr>
            <a:lvl2pPr lvl="1" rtl="0">
              <a:spcBef>
                <a:spcPts val="0"/>
              </a:spcBef>
              <a:spcAft>
                <a:spcPts val="0"/>
              </a:spcAft>
              <a:buSzPts val="8800"/>
              <a:buNone/>
              <a:defRPr/>
            </a:lvl2pPr>
            <a:lvl3pPr lvl="2" rtl="0">
              <a:spcBef>
                <a:spcPts val="0"/>
              </a:spcBef>
              <a:spcAft>
                <a:spcPts val="0"/>
              </a:spcAft>
              <a:buSzPts val="8800"/>
              <a:buNone/>
              <a:defRPr/>
            </a:lvl3pPr>
            <a:lvl4pPr lvl="3" rtl="0">
              <a:spcBef>
                <a:spcPts val="0"/>
              </a:spcBef>
              <a:spcAft>
                <a:spcPts val="0"/>
              </a:spcAft>
              <a:buSzPts val="8800"/>
              <a:buNone/>
              <a:defRPr/>
            </a:lvl4pPr>
            <a:lvl5pPr lvl="4" rtl="0">
              <a:spcBef>
                <a:spcPts val="0"/>
              </a:spcBef>
              <a:spcAft>
                <a:spcPts val="0"/>
              </a:spcAft>
              <a:buSzPts val="8800"/>
              <a:buNone/>
              <a:defRPr/>
            </a:lvl5pPr>
            <a:lvl6pPr lvl="5" rtl="0">
              <a:spcBef>
                <a:spcPts val="0"/>
              </a:spcBef>
              <a:spcAft>
                <a:spcPts val="0"/>
              </a:spcAft>
              <a:buSzPts val="8800"/>
              <a:buNone/>
              <a:defRPr/>
            </a:lvl6pPr>
            <a:lvl7pPr lvl="6" rtl="0">
              <a:spcBef>
                <a:spcPts val="0"/>
              </a:spcBef>
              <a:spcAft>
                <a:spcPts val="0"/>
              </a:spcAft>
              <a:buSzPts val="8800"/>
              <a:buNone/>
              <a:defRPr/>
            </a:lvl7pPr>
            <a:lvl8pPr lvl="7" rtl="0">
              <a:spcBef>
                <a:spcPts val="0"/>
              </a:spcBef>
              <a:spcAft>
                <a:spcPts val="0"/>
              </a:spcAft>
              <a:buSzPts val="8800"/>
              <a:buNone/>
              <a:defRPr/>
            </a:lvl8pPr>
            <a:lvl9pPr lvl="8" rtl="0">
              <a:spcBef>
                <a:spcPts val="0"/>
              </a:spcBef>
              <a:spcAft>
                <a:spcPts val="0"/>
              </a:spcAft>
              <a:buSzPts val="8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Blank slide">
  <p:cSld name="CUSTOM_34">
    <p:spTree>
      <p:nvGrpSpPr>
        <p:cNvPr id="194" name="Shape 194"/>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Two mobile screenshots  1">
  <p:cSld name="CUSTOM_23_1">
    <p:spTree>
      <p:nvGrpSpPr>
        <p:cNvPr id="195" name="Shape 195"/>
        <p:cNvGrpSpPr/>
        <p:nvPr/>
      </p:nvGrpSpPr>
      <p:grpSpPr>
        <a:xfrm>
          <a:off x="0" y="0"/>
          <a:ext cx="0" cy="0"/>
          <a:chOff x="0" y="0"/>
          <a:chExt cx="0" cy="0"/>
        </a:xfrm>
      </p:grpSpPr>
      <p:sp>
        <p:nvSpPr>
          <p:cNvPr id="196" name="Google Shape;196;p41"/>
          <p:cNvSpPr/>
          <p:nvPr>
            <p:ph idx="2" type="pic"/>
          </p:nvPr>
        </p:nvSpPr>
        <p:spPr>
          <a:xfrm>
            <a:off x="3169920" y="573024"/>
            <a:ext cx="7071300" cy="12570000"/>
          </a:xfrm>
          <a:prstGeom prst="rect">
            <a:avLst/>
          </a:prstGeom>
          <a:noFill/>
          <a:ln>
            <a:noFill/>
          </a:ln>
        </p:spPr>
      </p:sp>
      <p:sp>
        <p:nvSpPr>
          <p:cNvPr id="197" name="Google Shape;197;p41"/>
          <p:cNvSpPr/>
          <p:nvPr>
            <p:ph idx="3" type="pic"/>
          </p:nvPr>
        </p:nvSpPr>
        <p:spPr>
          <a:xfrm>
            <a:off x="14142720" y="573024"/>
            <a:ext cx="7071300" cy="125700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97280" y="772698"/>
            <a:ext cx="22452600" cy="2827500"/>
          </a:xfrm>
          <a:prstGeom prst="rect">
            <a:avLst/>
          </a:prstGeom>
          <a:noFill/>
          <a:ln>
            <a:noFill/>
          </a:ln>
        </p:spPr>
        <p:txBody>
          <a:bodyPr anchorCtr="0" anchor="b" bIns="243750" lIns="0" spcFirstLastPara="1" rIns="0" wrap="square" tIns="243750">
            <a:noAutofit/>
          </a:bodyPr>
          <a:lstStyle>
            <a:lvl1pPr lvl="0">
              <a:lnSpc>
                <a:spcPct val="90000"/>
              </a:lnSpc>
              <a:spcBef>
                <a:spcPts val="0"/>
              </a:spcBef>
              <a:spcAft>
                <a:spcPts val="0"/>
              </a:spcAft>
              <a:buClr>
                <a:schemeClr val="lt1"/>
              </a:buClr>
              <a:buSzPts val="8800"/>
              <a:buFont typeface="Inter"/>
              <a:buNone/>
              <a:defRPr b="1" sz="8800">
                <a:solidFill>
                  <a:schemeClr val="lt1"/>
                </a:solidFill>
                <a:latin typeface="Inter"/>
                <a:ea typeface="Inter"/>
                <a:cs typeface="Inter"/>
                <a:sym typeface="Inter"/>
              </a:defRPr>
            </a:lvl1pPr>
            <a:lvl2pPr lvl="1">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2pPr>
            <a:lvl3pPr lvl="2">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3pPr>
            <a:lvl4pPr lvl="3">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4pPr>
            <a:lvl5pPr lvl="4">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5pPr>
            <a:lvl6pPr lvl="5">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6pPr>
            <a:lvl7pPr lvl="6">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7pPr>
            <a:lvl8pPr lvl="7">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8pPr>
            <a:lvl9pPr lvl="8">
              <a:lnSpc>
                <a:spcPct val="90000"/>
              </a:lnSpc>
              <a:spcBef>
                <a:spcPts val="0"/>
              </a:spcBef>
              <a:spcAft>
                <a:spcPts val="0"/>
              </a:spcAft>
              <a:buClr>
                <a:schemeClr val="dk1"/>
              </a:buClr>
              <a:buSzPts val="8800"/>
              <a:buFont typeface="Inter"/>
              <a:buNone/>
              <a:defRPr b="1" sz="8800">
                <a:solidFill>
                  <a:schemeClr val="dk1"/>
                </a:solidFill>
                <a:latin typeface="Inter"/>
                <a:ea typeface="Inter"/>
                <a:cs typeface="Inter"/>
                <a:sym typeface="Inter"/>
              </a:defRPr>
            </a:lvl9pPr>
          </a:lstStyle>
          <a:p/>
        </p:txBody>
      </p:sp>
      <p:sp>
        <p:nvSpPr>
          <p:cNvPr id="7" name="Google Shape;7;p1"/>
          <p:cNvSpPr txBox="1"/>
          <p:nvPr>
            <p:ph idx="1" type="body"/>
          </p:nvPr>
        </p:nvSpPr>
        <p:spPr>
          <a:xfrm>
            <a:off x="1097267" y="4364733"/>
            <a:ext cx="22452600" cy="6974100"/>
          </a:xfrm>
          <a:prstGeom prst="rect">
            <a:avLst/>
          </a:prstGeom>
          <a:noFill/>
          <a:ln>
            <a:noFill/>
          </a:ln>
        </p:spPr>
        <p:txBody>
          <a:bodyPr anchorCtr="0" anchor="t" bIns="0" lIns="0" spcFirstLastPara="1" rIns="0" wrap="square" tIns="195025">
            <a:noAutofit/>
          </a:bodyPr>
          <a:lstStyle>
            <a:lvl1pPr indent="-463550" lvl="0" marL="457200">
              <a:lnSpc>
                <a:spcPct val="115000"/>
              </a:lnSpc>
              <a:spcBef>
                <a:spcPts val="0"/>
              </a:spcBef>
              <a:spcAft>
                <a:spcPts val="0"/>
              </a:spcAft>
              <a:buClr>
                <a:schemeClr val="lt1"/>
              </a:buClr>
              <a:buSzPts val="3700"/>
              <a:buFont typeface="Inter"/>
              <a:buChar char="●"/>
              <a:defRPr sz="3700">
                <a:solidFill>
                  <a:schemeClr val="lt1"/>
                </a:solidFill>
                <a:latin typeface="Inter"/>
                <a:ea typeface="Inter"/>
                <a:cs typeface="Inter"/>
                <a:sym typeface="Inter"/>
              </a:defRPr>
            </a:lvl1pPr>
            <a:lvl2pPr indent="-463550" lvl="1" marL="9144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2pPr>
            <a:lvl3pPr indent="-463550" lvl="2" marL="13716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3pPr>
            <a:lvl4pPr indent="-463550" lvl="3" marL="18288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4pPr>
            <a:lvl5pPr indent="-463550" lvl="4" marL="22860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5pPr>
            <a:lvl6pPr indent="-463550" lvl="5" marL="27432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6pPr>
            <a:lvl7pPr indent="-463550" lvl="6" marL="32004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7pPr>
            <a:lvl8pPr indent="-463550" lvl="7" marL="3657600">
              <a:lnSpc>
                <a:spcPct val="115000"/>
              </a:lnSpc>
              <a:spcBef>
                <a:spcPts val="1600"/>
              </a:spcBef>
              <a:spcAft>
                <a:spcPts val="0"/>
              </a:spcAft>
              <a:buClr>
                <a:schemeClr val="lt1"/>
              </a:buClr>
              <a:buSzPts val="3700"/>
              <a:buFont typeface="Inter"/>
              <a:buChar char="○"/>
              <a:defRPr sz="3700">
                <a:solidFill>
                  <a:schemeClr val="lt1"/>
                </a:solidFill>
                <a:latin typeface="Inter"/>
                <a:ea typeface="Inter"/>
                <a:cs typeface="Inter"/>
                <a:sym typeface="Inter"/>
              </a:defRPr>
            </a:lvl8pPr>
            <a:lvl9pPr indent="-463550" lvl="8" marL="4114800">
              <a:lnSpc>
                <a:spcPct val="115000"/>
              </a:lnSpc>
              <a:spcBef>
                <a:spcPts val="1600"/>
              </a:spcBef>
              <a:spcAft>
                <a:spcPts val="1600"/>
              </a:spcAft>
              <a:buClr>
                <a:schemeClr val="lt1"/>
              </a:buClr>
              <a:buSzPts val="3700"/>
              <a:buFont typeface="Inter"/>
              <a:buChar char="■"/>
              <a:defRPr sz="3700">
                <a:solidFill>
                  <a:schemeClr val="lt1"/>
                </a:solidFill>
                <a:latin typeface="Inter"/>
                <a:ea typeface="Inter"/>
                <a:cs typeface="Inter"/>
                <a:sym typeface="Inter"/>
              </a:defRPr>
            </a:lvl9pPr>
          </a:lstStyle>
          <a:p/>
        </p:txBody>
      </p:sp>
      <p:sp>
        <p:nvSpPr>
          <p:cNvPr id="8" name="Google Shape;8;p1"/>
          <p:cNvSpPr txBox="1"/>
          <p:nvPr>
            <p:ph idx="12" type="sldNum"/>
          </p:nvPr>
        </p:nvSpPr>
        <p:spPr>
          <a:xfrm>
            <a:off x="21823680" y="10972800"/>
            <a:ext cx="1463100" cy="1049700"/>
          </a:xfrm>
          <a:prstGeom prst="rect">
            <a:avLst/>
          </a:prstGeom>
          <a:noFill/>
          <a:ln>
            <a:noFill/>
          </a:ln>
        </p:spPr>
        <p:txBody>
          <a:bodyPr anchorCtr="0" anchor="ctr" bIns="243750" lIns="0" spcFirstLastPara="1" rIns="0" wrap="square" tIns="243750">
            <a:noAutofit/>
          </a:bodyPr>
          <a:lstStyle>
            <a:lvl1pPr lvl="0" algn="r">
              <a:buNone/>
              <a:defRPr sz="2700">
                <a:solidFill>
                  <a:schemeClr val="dk2"/>
                </a:solidFill>
              </a:defRPr>
            </a:lvl1pPr>
            <a:lvl2pPr lvl="1" algn="r">
              <a:buNone/>
              <a:defRPr sz="2700">
                <a:solidFill>
                  <a:schemeClr val="dk2"/>
                </a:solidFill>
              </a:defRPr>
            </a:lvl2pPr>
            <a:lvl3pPr lvl="2" algn="r">
              <a:buNone/>
              <a:defRPr sz="2700">
                <a:solidFill>
                  <a:schemeClr val="dk2"/>
                </a:solidFill>
              </a:defRPr>
            </a:lvl3pPr>
            <a:lvl4pPr lvl="3" algn="r">
              <a:buNone/>
              <a:defRPr sz="2700">
                <a:solidFill>
                  <a:schemeClr val="dk2"/>
                </a:solidFill>
              </a:defRPr>
            </a:lvl4pPr>
            <a:lvl5pPr lvl="4" algn="r">
              <a:buNone/>
              <a:defRPr sz="2700">
                <a:solidFill>
                  <a:schemeClr val="dk2"/>
                </a:solidFill>
              </a:defRPr>
            </a:lvl5pPr>
            <a:lvl6pPr lvl="5" algn="r">
              <a:buNone/>
              <a:defRPr sz="2700">
                <a:solidFill>
                  <a:schemeClr val="dk2"/>
                </a:solidFill>
              </a:defRPr>
            </a:lvl6pPr>
            <a:lvl7pPr lvl="6" algn="r">
              <a:buNone/>
              <a:defRPr sz="2700">
                <a:solidFill>
                  <a:schemeClr val="dk2"/>
                </a:solidFill>
              </a:defRPr>
            </a:lvl7pPr>
            <a:lvl8pPr lvl="7" algn="r">
              <a:buNone/>
              <a:defRPr sz="2700">
                <a:solidFill>
                  <a:schemeClr val="dk2"/>
                </a:solidFill>
              </a:defRPr>
            </a:lvl8pPr>
            <a:lvl9pPr lvl="8" algn="r">
              <a:buNone/>
              <a:defRPr sz="27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20">
          <p15:clr>
            <a:srgbClr val="EA4335"/>
          </p15:clr>
        </p15:guide>
        <p15:guide id="2" pos="680">
          <p15:clr>
            <a:srgbClr val="EA4335"/>
          </p15:clr>
        </p15:guide>
        <p15:guide id="3" pos="2679">
          <p15:clr>
            <a:srgbClr val="EA4335"/>
          </p15:clr>
        </p15:guide>
        <p15:guide id="4" pos="3082">
          <p15:clr>
            <a:srgbClr val="EA4335"/>
          </p15:clr>
        </p15:guide>
        <p15:guide id="5" pos="5082">
          <p15:clr>
            <a:srgbClr val="EA4335"/>
          </p15:clr>
        </p15:guide>
        <p15:guide id="6" pos="5479">
          <p15:clr>
            <a:srgbClr val="EA4335"/>
          </p15:clr>
        </p15:guide>
        <p15:guide id="7" pos="7478">
          <p15:clr>
            <a:srgbClr val="EA4335"/>
          </p15:clr>
        </p15:guide>
        <p15:guide id="8" pos="7882">
          <p15:clr>
            <a:srgbClr val="EA4335"/>
          </p15:clr>
        </p15:guide>
        <p15:guide id="9" pos="9881">
          <p15:clr>
            <a:srgbClr val="EA4335"/>
          </p15:clr>
        </p15:guide>
        <p15:guide id="10" pos="10278">
          <p15:clr>
            <a:srgbClr val="EA4335"/>
          </p15:clr>
        </p15:guide>
        <p15:guide id="11" pos="12278">
          <p15:clr>
            <a:srgbClr val="EA4335"/>
          </p15:clr>
        </p15:guide>
        <p15:guide id="12" pos="12681">
          <p15:clr>
            <a:srgbClr val="EA4335"/>
          </p15:clr>
        </p15:guide>
        <p15:guide id="13" pos="14680">
          <p15:clr>
            <a:srgbClr val="EA4335"/>
          </p15:clr>
        </p15:guide>
        <p15:guide id="14" orient="horz" pos="1117">
          <p15:clr>
            <a:srgbClr val="EA4335"/>
          </p15:clr>
        </p15:guide>
        <p15:guide id="15" orient="horz" pos="1521">
          <p15:clr>
            <a:srgbClr val="EA4335"/>
          </p15:clr>
        </p15:guide>
        <p15:guide id="16" orient="horz" pos="1918">
          <p15:clr>
            <a:srgbClr val="EA4335"/>
          </p15:clr>
        </p15:guide>
        <p15:guide id="17" orient="horz" pos="2321">
          <p15:clr>
            <a:srgbClr val="EA4335"/>
          </p15:clr>
        </p15:guide>
        <p15:guide id="18" orient="horz" pos="2719">
          <p15:clr>
            <a:srgbClr val="1C4587"/>
          </p15:clr>
        </p15:guide>
        <p15:guide id="19" orient="horz" pos="3116">
          <p15:clr>
            <a:srgbClr val="EA4335"/>
          </p15:clr>
        </p15:guide>
        <p15:guide id="20" orient="horz" pos="3519">
          <p15:clr>
            <a:srgbClr val="EA4335"/>
          </p15:clr>
        </p15:guide>
        <p15:guide id="21" orient="horz" pos="3917">
          <p15:clr>
            <a:srgbClr val="EA4335"/>
          </p15:clr>
        </p15:guide>
        <p15:guide id="22" orient="horz" pos="4320">
          <p15:clr>
            <a:srgbClr val="EA4335"/>
          </p15:clr>
        </p15:guide>
        <p15:guide id="23" orient="horz" pos="4717">
          <p15:clr>
            <a:srgbClr val="EA4335"/>
          </p15:clr>
        </p15:guide>
        <p15:guide id="24" orient="horz" pos="5115">
          <p15:clr>
            <a:srgbClr val="EA4335"/>
          </p15:clr>
        </p15:guide>
        <p15:guide id="25" orient="horz" pos="5518">
          <p15:clr>
            <a:srgbClr val="EA4335"/>
          </p15:clr>
        </p15:guide>
        <p15:guide id="26" orient="horz" pos="5921">
          <p15:clr>
            <a:srgbClr val="EA4335"/>
          </p15:clr>
        </p15:guide>
        <p15:guide id="27" orient="horz" pos="6319">
          <p15:clr>
            <a:srgbClr val="EA4335"/>
          </p15:clr>
        </p15:guide>
        <p15:guide id="28" orient="horz" pos="6716">
          <p15:clr>
            <a:srgbClr val="EA4335"/>
          </p15:clr>
        </p15:guide>
        <p15:guide id="29" orient="horz" pos="7119">
          <p15:clr>
            <a:srgbClr val="EA4335"/>
          </p15:clr>
        </p15:guide>
        <p15:guide id="30" orient="horz" pos="752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5029200"/>
            <a:ext cx="22219920" cy="2286000"/>
          </a:xfrm>
          <a:prstGeom prst="rect">
            <a:avLst/>
          </a:prstGeom>
          <a:noFill/>
        </p:spPr>
        <p:txBody>
          <a:bodyPr wrap="none">
            <a:spAutoFit/>
          </a:bodyPr>
          <a:lstStyle/>
          <a:p>
            <a:pPr algn="l">
              <a:defRPr sz="7200" b="1">
                <a:solidFill>
                  <a:srgbClr val="087CFA"/>
                </a:solidFill>
                <a:latin typeface="Inter"/>
              </a:defRPr>
            </a:pPr>
            <a:r>
              <a:t>Index Lookup Pre-Filter in MATCH</a:t>
            </a:r>
          </a:p>
        </p:txBody>
      </p:sp>
      <p:sp>
        <p:nvSpPr>
          <p:cNvPr id="3" name="TextBox 2"/>
          <p:cNvSpPr txBox="1"/>
          <p:nvPr/>
        </p:nvSpPr>
        <p:spPr>
          <a:xfrm>
            <a:off x="1097280" y="7589520"/>
            <a:ext cx="22219920" cy="914400"/>
          </a:xfrm>
          <a:prstGeom prst="rect">
            <a:avLst/>
          </a:prstGeom>
          <a:noFill/>
        </p:spPr>
        <p:txBody>
          <a:bodyPr wrap="none">
            <a:spAutoFit/>
          </a:bodyPr>
          <a:lstStyle/>
          <a:p>
            <a:pPr>
              <a:defRPr sz="3200">
                <a:solidFill>
                  <a:srgbClr val="6B57FF"/>
                </a:solidFill>
                <a:latin typeface="Inter"/>
              </a:defRPr>
            </a:pPr>
            <a:r>
              <a:t>Three PRs, one mechanism   ·   #822 → #923 → #973</a:t>
            </a:r>
          </a:p>
        </p:txBody>
      </p:sp>
      <p:sp>
        <p:nvSpPr>
          <p:cNvPr id="4" name="TextBox 3"/>
          <p:cNvSpPr txBox="1"/>
          <p:nvPr/>
        </p:nvSpPr>
        <p:spPr>
          <a:xfrm>
            <a:off x="1097280" y="8869680"/>
            <a:ext cx="22219920" cy="731520"/>
          </a:xfrm>
          <a:prstGeom prst="rect">
            <a:avLst/>
          </a:prstGeom>
          <a:noFill/>
        </p:spPr>
        <p:txBody>
          <a:bodyPr wrap="none">
            <a:spAutoFit/>
          </a:bodyPr>
          <a:lstStyle/>
          <a:p>
            <a:pPr>
              <a:defRPr sz="2400">
                <a:solidFill>
                  <a:srgbClr val="27282C"/>
                </a:solidFill>
                <a:latin typeface="Inter"/>
              </a:defRPr>
            </a:pPr>
            <a:r>
              <a:t>Sandra Adamiec   ·   YouTrackDB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TL;DR — pre-filter MATCH edge traversals</a:t>
            </a:r>
          </a:p>
        </p:txBody>
      </p:sp>
      <p:sp>
        <p:nvSpPr>
          <p:cNvPr id="3" name="TextBox 2"/>
          <p:cNvSpPr txBox="1"/>
          <p:nvPr/>
        </p:nvSpPr>
        <p:spPr>
          <a:xfrm>
            <a:off x="1097280" y="3657600"/>
            <a:ext cx="22219920" cy="3200400"/>
          </a:xfrm>
          <a:prstGeom prst="rect">
            <a:avLst/>
          </a:prstGeom>
          <a:noFill/>
        </p:spPr>
        <p:txBody>
          <a:bodyPr wrap="square">
            <a:spAutoFit/>
          </a:bodyPr>
          <a:lstStyle/>
          <a:p>
            <a:pPr algn="l">
              <a:lnSpc>
                <a:spcPct val="125000"/>
              </a:lnSpc>
            </a:pPr>
            <a:r>
              <a:rPr sz="2200">
                <a:solidFill>
                  <a:srgbClr val="27282C"/>
                </a:solidFill>
                <a:latin typeface="Inter"/>
              </a:rPr>
              <a:t>• MATCH loaded every vertex from disk only to throw most of them away</a:t>
            </a:r>
          </a:p>
          <a:p>
            <a:pPr algn="l">
              <a:lnSpc>
                <a:spcPct val="125000"/>
              </a:lnSpc>
            </a:pPr>
            <a:r>
              <a:rPr sz="2200">
                <a:solidFill>
                  <a:srgbClr val="27282C"/>
                </a:solidFill>
                <a:latin typeface="Inter"/>
              </a:rPr>
              <a:t>• Three PRs move filtering </a:t>
            </a:r>
            <a:r>
              <a:rPr sz="2200" b="1">
                <a:solidFill>
                  <a:srgbClr val="FC801D"/>
                </a:solidFill>
                <a:latin typeface="Inter"/>
              </a:rPr>
              <a:t>before</a:t>
            </a:r>
            <a:r>
              <a:rPr sz="2200">
                <a:solidFill>
                  <a:srgbClr val="27282C"/>
                </a:solidFill>
                <a:latin typeface="Inter"/>
              </a:rPr>
              <a:t> loadEntity()</a:t>
            </a:r>
          </a:p>
          <a:p>
            <a:pPr algn="l">
              <a:lnSpc>
                <a:spcPct val="125000"/>
              </a:lnSpc>
            </a:pPr>
            <a:r>
              <a:rPr sz="2200">
                <a:solidFill>
                  <a:srgbClr val="27282C"/>
                </a:solidFill>
                <a:latin typeface="Inter"/>
              </a:rPr>
              <a:t>• Three mechanisms: class ID check, index RID intersection, adjacency intersection</a:t>
            </a:r>
          </a:p>
          <a:p>
            <a:pPr algn="l">
              <a:lnSpc>
                <a:spcPct val="125000"/>
              </a:lnSpc>
            </a:pPr>
            <a:r>
              <a:rPr sz="2200">
                <a:solidFill>
                  <a:srgbClr val="27282C"/>
                </a:solidFill>
                <a:latin typeface="Inter"/>
              </a:rPr>
              <a:t>• IC7 </a:t>
            </a:r>
            <a:r>
              <a:rPr sz="2200" b="1">
                <a:solidFill>
                  <a:srgbClr val="FC801D"/>
                </a:solidFill>
                <a:latin typeface="Inter"/>
              </a:rPr>
              <a:t>+1087%</a:t>
            </a:r>
            <a:r>
              <a:rPr sz="2200">
                <a:solidFill>
                  <a:srgbClr val="27282C"/>
                </a:solidFill>
                <a:latin typeface="Inter"/>
              </a:rPr>
              <a:t>, IC12 </a:t>
            </a:r>
            <a:r>
              <a:rPr sz="2200" b="1">
                <a:solidFill>
                  <a:srgbClr val="FC801D"/>
                </a:solidFill>
                <a:latin typeface="Inter"/>
              </a:rPr>
              <a:t>+106%</a:t>
            </a:r>
            <a:r>
              <a:rPr sz="2200">
                <a:solidFill>
                  <a:srgbClr val="27282C"/>
                </a:solidFill>
                <a:latin typeface="Inter"/>
              </a:rPr>
              <a:t>, IS7 </a:t>
            </a:r>
            <a:r>
              <a:rPr sz="2200" b="1">
                <a:solidFill>
                  <a:srgbClr val="FC801D"/>
                </a:solidFill>
                <a:latin typeface="Inter"/>
              </a:rPr>
              <a:t>+220%</a:t>
            </a:r>
            <a:r>
              <a:rPr sz="2200">
                <a:solidFill>
                  <a:srgbClr val="27282C"/>
                </a:solidFill>
                <a:latin typeface="Inter"/>
              </a:rPr>
              <a:t> from #822 alone on JMH LDBC</a:t>
            </a:r>
          </a:p>
        </p:txBody>
      </p:sp>
      <p:pic>
        <p:nvPicPr>
          <p:cNvPr id="4" name="Picture 3" descr="image.png"/>
          <p:cNvPicPr>
            <a:picLocks noChangeAspect="1"/>
          </p:cNvPicPr>
          <p:nvPr/>
        </p:nvPicPr>
        <p:blipFill>
          <a:blip r:embed="rId2"/>
          <a:stretch>
            <a:fillRect/>
          </a:stretch>
        </p:blipFill>
        <p:spPr>
          <a:xfrm>
            <a:off x="1828800" y="7498079"/>
            <a:ext cx="20574000" cy="754069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Glossary for the next 25 minutes</a:t>
            </a:r>
          </a:p>
        </p:txBody>
      </p:sp>
      <p:graphicFrame>
        <p:nvGraphicFramePr>
          <p:cNvPr id="3" name="Table 2"/>
          <p:cNvGraphicFramePr>
            <a:graphicFrameLocks noGrp="1"/>
          </p:cNvGraphicFramePr>
          <p:nvPr/>
        </p:nvGraphicFramePr>
        <p:xfrm>
          <a:off x="1097280" y="3657600"/>
          <a:ext cx="22219919" cy="7315200"/>
        </p:xfrm>
        <a:graphic>
          <a:graphicData uri="http://schemas.openxmlformats.org/drawingml/2006/table">
            <a:tbl>
              <a:tblPr firstRow="1" bandRow="1">
                <a:tableStyleId>{5C22544A-7EE6-4342-B048-85BDC9FD1C3A}</a:tableStyleId>
              </a:tblPr>
              <a:tblGrid>
                <a:gridCol w="6348548"/>
                <a:gridCol w="15871371"/>
              </a:tblGrid>
              <a:tr h="731520">
                <a:tc>
                  <a:txBody>
                    <a:bodyPr wrap="square" lIns="137160" rIns="137160" tIns="73152" bIns="73152"/>
                    <a:lstStyle/>
                    <a:p>
                      <a:pPr algn="l"/>
                      <a:r>
                        <a:rPr sz="1700" b="1">
                          <a:solidFill>
                            <a:srgbClr val="FFFFFF"/>
                          </a:solidFill>
                          <a:latin typeface="Inter"/>
                        </a:rPr>
                        <a:t>Term</a:t>
                      </a:r>
                    </a:p>
                  </a:txBody>
                  <a:tcPr>
                    <a:solidFill>
                      <a:srgbClr val="087CFA"/>
                    </a:solidFill>
                  </a:tcPr>
                </a:tc>
                <a:tc>
                  <a:txBody>
                    <a:bodyPr wrap="square" lIns="137160" rIns="137160" tIns="73152" bIns="73152"/>
                    <a:lstStyle/>
                    <a:p>
                      <a:pPr algn="l"/>
                      <a:r>
                        <a:rPr sz="1700" b="1">
                          <a:solidFill>
                            <a:srgbClr val="FFFFFF"/>
                          </a:solidFill>
                          <a:latin typeface="Inter"/>
                        </a:rPr>
                        <a:t>One-line definition</a:t>
                      </a:r>
                    </a:p>
                  </a:txBody>
                  <a:tcPr>
                    <a:solidFill>
                      <a:srgbClr val="087CFA"/>
                    </a:solidFill>
                  </a:tcPr>
                </a:tc>
              </a:tr>
              <a:tr h="731520">
                <a:tc>
                  <a:txBody>
                    <a:bodyPr wrap="square" lIns="137160" rIns="137160" tIns="73152" bIns="73152"/>
                    <a:lstStyle/>
                    <a:p>
                      <a:pPr algn="l"/>
                      <a:r>
                        <a:rPr sz="1700" b="1">
                          <a:solidFill>
                            <a:srgbClr val="FC801D"/>
                          </a:solidFill>
                          <a:latin typeface="Inter"/>
                        </a:rPr>
                        <a:t>MATCH</a:t>
                      </a:r>
                    </a:p>
                  </a:txBody>
                  <a:tcPr>
                    <a:solidFill>
                      <a:srgbClr val="FFFFFF"/>
                    </a:solidFill>
                  </a:tcPr>
                </a:tc>
                <a:tc>
                  <a:txBody>
                    <a:bodyPr wrap="square" lIns="137160" rIns="137160" tIns="73152" bIns="73152"/>
                    <a:lstStyle/>
                    <a:p>
                      <a:pPr algn="l"/>
                      <a:r>
                        <a:rPr sz="1700">
                          <a:solidFill>
                            <a:srgbClr val="27282C"/>
                          </a:solidFill>
                          <a:latin typeface="Inter"/>
                        </a:rPr>
                        <a:t>YTDB's pattern-matching SQL extension. {class: X, as: a, where: …}.out('E'){as: b}</a:t>
                      </a:r>
                    </a:p>
                  </a:txBody>
                  <a:tcPr>
                    <a:solidFill>
                      <a:srgbClr val="FFFFFF"/>
                    </a:solidFill>
                  </a:tcPr>
                </a:tc>
              </a:tr>
              <a:tr h="731520">
                <a:tc>
                  <a:txBody>
                    <a:bodyPr wrap="square" lIns="137160" rIns="137160" tIns="73152" bIns="73152"/>
                    <a:lstStyle/>
                    <a:p>
                      <a:pPr algn="l"/>
                      <a:r>
                        <a:rPr sz="1700" b="1">
                          <a:solidFill>
                            <a:srgbClr val="FC801D"/>
                          </a:solidFill>
                          <a:latin typeface="Inter"/>
                        </a:rPr>
                        <a:t>LinkBag</a:t>
                      </a:r>
                    </a:p>
                  </a:txBody>
                  <a:tcPr>
                    <a:solidFill>
                      <a:srgbClr val="F5F7FB"/>
                    </a:solidFill>
                  </a:tcPr>
                </a:tc>
                <a:tc>
                  <a:txBody>
                    <a:bodyPr wrap="square" lIns="137160" rIns="137160" tIns="73152" bIns="73152"/>
                    <a:lstStyle/>
                    <a:p>
                      <a:pPr algn="l"/>
                      <a:r>
                        <a:rPr sz="1700">
                          <a:solidFill>
                            <a:srgbClr val="27282C"/>
                          </a:solidFill>
                          <a:latin typeface="Inter"/>
                        </a:rPr>
                        <a:t>YTDB's on-disk list of target RIDs that an edge property holds</a:t>
                      </a:r>
                    </a:p>
                  </a:txBody>
                  <a:tcPr>
                    <a:solidFill>
                      <a:srgbClr val="F5F7FB"/>
                    </a:solidFill>
                  </a:tcPr>
                </a:tc>
              </a:tr>
              <a:tr h="731520">
                <a:tc>
                  <a:txBody>
                    <a:bodyPr wrap="square" lIns="137160" rIns="137160" tIns="73152" bIns="73152"/>
                    <a:lstStyle/>
                    <a:p>
                      <a:pPr algn="l"/>
                      <a:r>
                        <a:rPr sz="1700" b="1">
                          <a:solidFill>
                            <a:srgbClr val="FC801D"/>
                          </a:solidFill>
                          <a:latin typeface="Inter"/>
                        </a:rPr>
                        <a:t>RID</a:t>
                      </a:r>
                    </a:p>
                  </a:txBody>
                  <a:tcPr>
                    <a:solidFill>
                      <a:srgbClr val="FFFFFF"/>
                    </a:solidFill>
                  </a:tcPr>
                </a:tc>
                <a:tc>
                  <a:txBody>
                    <a:bodyPr wrap="square" lIns="137160" rIns="137160" tIns="73152" bIns="73152"/>
                    <a:lstStyle/>
                    <a:p>
                      <a:pPr algn="l"/>
                      <a:r>
                        <a:rPr sz="1700">
                          <a:solidFill>
                            <a:srgbClr val="27282C"/>
                          </a:solidFill>
                          <a:latin typeface="Inter"/>
                        </a:rPr>
                        <a:t>Record ID, cluster:position. Cluster ≈ a class's storage segment</a:t>
                      </a:r>
                    </a:p>
                  </a:txBody>
                  <a:tcPr>
                    <a:solidFill>
                      <a:srgbClr val="FFFFFF"/>
                    </a:solidFill>
                  </a:tcPr>
                </a:tc>
              </a:tr>
              <a:tr h="731520">
                <a:tc>
                  <a:txBody>
                    <a:bodyPr wrap="square" lIns="137160" rIns="137160" tIns="73152" bIns="73152"/>
                    <a:lstStyle/>
                    <a:p>
                      <a:pPr algn="l"/>
                      <a:r>
                        <a:rPr sz="1700" b="1">
                          <a:solidFill>
                            <a:srgbClr val="FC801D"/>
                          </a:solidFill>
                          <a:latin typeface="Inter"/>
                        </a:rPr>
                        <a:t>collection ID</a:t>
                      </a:r>
                    </a:p>
                  </a:txBody>
                  <a:tcPr>
                    <a:solidFill>
                      <a:srgbClr val="F5F7FB"/>
                    </a:solidFill>
                  </a:tcPr>
                </a:tc>
                <a:tc>
                  <a:txBody>
                    <a:bodyPr wrap="square" lIns="137160" rIns="137160" tIns="73152" bIns="73152"/>
                    <a:lstStyle/>
                    <a:p>
                      <a:pPr algn="l"/>
                      <a:r>
                        <a:rPr sz="1700">
                          <a:solidFill>
                            <a:srgbClr val="27282C"/>
                          </a:solidFill>
                          <a:latin typeface="Inter"/>
                        </a:rPr>
                        <a:t>Numeric tag every record carries — lets us check class without loading</a:t>
                      </a:r>
                    </a:p>
                  </a:txBody>
                  <a:tcPr>
                    <a:solidFill>
                      <a:srgbClr val="F5F7FB"/>
                    </a:solidFill>
                  </a:tcPr>
                </a:tc>
              </a:tr>
              <a:tr h="731520">
                <a:tc>
                  <a:txBody>
                    <a:bodyPr wrap="square" lIns="137160" rIns="137160" tIns="73152" bIns="73152"/>
                    <a:lstStyle/>
                    <a:p>
                      <a:pPr algn="l"/>
                      <a:r>
                        <a:rPr sz="1700" b="1">
                          <a:solidFill>
                            <a:srgbClr val="FC801D"/>
                          </a:solidFill>
                          <a:latin typeface="Inter"/>
                        </a:rPr>
                        <a:t>@class, @rid</a:t>
                      </a:r>
                    </a:p>
                  </a:txBody>
                  <a:tcPr>
                    <a:solidFill>
                      <a:srgbClr val="FFFFFF"/>
                    </a:solidFill>
                  </a:tcPr>
                </a:tc>
                <a:tc>
                  <a:txBody>
                    <a:bodyPr wrap="square" lIns="137160" rIns="137160" tIns="73152" bIns="73152"/>
                    <a:lstStyle/>
                    <a:p>
                      <a:pPr algn="l"/>
                      <a:r>
                        <a:rPr sz="1700">
                          <a:solidFill>
                            <a:srgbClr val="27282C"/>
                          </a:solidFill>
                          <a:latin typeface="Inter"/>
                        </a:rPr>
                        <a:t>Metadata accessors in SQL: class name and RID of the current record</a:t>
                      </a:r>
                    </a:p>
                  </a:txBody>
                  <a:tcPr>
                    <a:solidFill>
                      <a:srgbClr val="FFFFFF"/>
                    </a:solidFill>
                  </a:tcPr>
                </a:tc>
              </a:tr>
              <a:tr h="731520">
                <a:tc>
                  <a:txBody>
                    <a:bodyPr wrap="square" lIns="137160" rIns="137160" tIns="73152" bIns="73152"/>
                    <a:lstStyle/>
                    <a:p>
                      <a:pPr algn="l"/>
                      <a:r>
                        <a:rPr sz="1700" b="1">
                          <a:solidFill>
                            <a:srgbClr val="FC801D"/>
                          </a:solidFill>
                          <a:latin typeface="Inter"/>
                        </a:rPr>
                        <a:t>$matched</a:t>
                      </a:r>
                    </a:p>
                  </a:txBody>
                  <a:tcPr>
                    <a:solidFill>
                      <a:srgbClr val="F5F7FB"/>
                    </a:solidFill>
                  </a:tcPr>
                </a:tc>
                <a:tc>
                  <a:txBody>
                    <a:bodyPr wrap="square" lIns="137160" rIns="137160" tIns="73152" bIns="73152"/>
                    <a:lstStyle/>
                    <a:p>
                      <a:pPr algn="l"/>
                      <a:r>
                        <a:rPr sz="1700">
                          <a:solidFill>
                            <a:srgbClr val="27282C"/>
                          </a:solidFill>
                          <a:latin typeface="Inter"/>
                        </a:rPr>
                        <a:t>Inside MATCH, the bindings already made earlier in the pattern</a:t>
                      </a:r>
                    </a:p>
                  </a:txBody>
                  <a:tcPr>
                    <a:solidFill>
                      <a:srgbClr val="F5F7FB"/>
                    </a:solidFill>
                  </a:tcPr>
                </a:tc>
              </a:tr>
              <a:tr h="731520">
                <a:tc>
                  <a:txBody>
                    <a:bodyPr wrap="square" lIns="137160" rIns="137160" tIns="73152" bIns="73152"/>
                    <a:lstStyle/>
                    <a:p>
                      <a:pPr algn="l"/>
                      <a:r>
                        <a:rPr sz="1700" b="1">
                          <a:solidFill>
                            <a:srgbClr val="FC801D"/>
                          </a:solidFill>
                          <a:latin typeface="Inter"/>
                        </a:rPr>
                        <a:t>LDBC SNB IC1–IC13</a:t>
                      </a:r>
                    </a:p>
                  </a:txBody>
                  <a:tcPr>
                    <a:solidFill>
                      <a:srgbClr val="FFFFFF"/>
                    </a:solidFill>
                  </a:tcPr>
                </a:tc>
                <a:tc>
                  <a:txBody>
                    <a:bodyPr wrap="square" lIns="137160" rIns="137160" tIns="73152" bIns="73152"/>
                    <a:lstStyle/>
                    <a:p>
                      <a:pPr algn="l"/>
                      <a:r>
                        <a:rPr sz="1700">
                          <a:solidFill>
                            <a:srgbClr val="27282C"/>
                          </a:solidFill>
                          <a:latin typeface="Inter"/>
                        </a:rPr>
                        <a:t>Standard graph-DB benchmark suite. Each IC is a fixed read-heavy query</a:t>
                      </a:r>
                    </a:p>
                  </a:txBody>
                  <a:tcPr>
                    <a:solidFill>
                      <a:srgbClr val="FFFFFF"/>
                    </a:solidFill>
                  </a:tcPr>
                </a:tc>
              </a:tr>
              <a:tr h="731520">
                <a:tc>
                  <a:txBody>
                    <a:bodyPr wrap="square" lIns="137160" rIns="137160" tIns="73152" bIns="73152"/>
                    <a:lstStyle/>
                    <a:p>
                      <a:pPr algn="l"/>
                      <a:r>
                        <a:rPr sz="1700" b="1">
                          <a:solidFill>
                            <a:srgbClr val="FC801D"/>
                          </a:solidFill>
                          <a:latin typeface="Inter"/>
                        </a:rPr>
                        <a:t>pre-filter</a:t>
                      </a:r>
                    </a:p>
                  </a:txBody>
                  <a:tcPr>
                    <a:solidFill>
                      <a:srgbClr val="F5F7FB"/>
                    </a:solidFill>
                  </a:tcPr>
                </a:tc>
                <a:tc>
                  <a:txBody>
                    <a:bodyPr wrap="square" lIns="137160" rIns="137160" tIns="73152" bIns="73152"/>
                    <a:lstStyle/>
                    <a:p>
                      <a:pPr algn="l"/>
                      <a:r>
                        <a:rPr sz="1700">
                          <a:solidFill>
                            <a:srgbClr val="27282C"/>
                          </a:solidFill>
                          <a:latin typeface="Inter"/>
                        </a:rPr>
                        <a:t>Reject a vertex *before* the disk read that loads it</a:t>
                      </a:r>
                    </a:p>
                  </a:txBody>
                  <a:tcPr>
                    <a:solidFill>
                      <a:srgbClr val="F5F7FB"/>
                    </a:solidFill>
                  </a:tcPr>
                </a:tc>
              </a:tr>
              <a:tr h="731520">
                <a:tc>
                  <a:txBody>
                    <a:bodyPr wrap="square" lIns="137160" rIns="137160" tIns="73152" bIns="73152"/>
                    <a:lstStyle/>
                    <a:p>
                      <a:pPr algn="l"/>
                      <a:r>
                        <a:rPr sz="1700" b="1">
                          <a:solidFill>
                            <a:srgbClr val="FC801D"/>
                          </a:solidFill>
                          <a:latin typeface="Inter"/>
                        </a:rPr>
                        <a:t>PROFILE</a:t>
                      </a:r>
                    </a:p>
                  </a:txBody>
                  <a:tcPr>
                    <a:solidFill>
                      <a:srgbClr val="FFFFFF"/>
                    </a:solidFill>
                  </a:tcPr>
                </a:tc>
                <a:tc>
                  <a:txBody>
                    <a:bodyPr wrap="square" lIns="137160" rIns="137160" tIns="73152" bIns="73152"/>
                    <a:lstStyle/>
                    <a:p>
                      <a:pPr algn="l"/>
                      <a:r>
                        <a:rPr sz="1700">
                          <a:solidFill>
                            <a:srgbClr val="27282C"/>
                          </a:solidFill>
                          <a:latin typeface="Inter"/>
                        </a:rPr>
                        <a:t>SQL keyword wrapping a query, emits per-step timing and counters</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IC3 as our reference case</a:t>
            </a:r>
          </a:p>
        </p:txBody>
      </p:sp>
      <p:sp>
        <p:nvSpPr>
          <p:cNvPr id="3" name="Rounded Rectangle 2"/>
          <p:cNvSpPr/>
          <p:nvPr/>
        </p:nvSpPr>
        <p:spPr>
          <a:xfrm>
            <a:off x="1097280" y="3657600"/>
            <a:ext cx="22219920" cy="502920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1700">
                <a:solidFill>
                  <a:srgbClr val="27282C"/>
                </a:solidFill>
                <a:latin typeface="JetBrains Mono"/>
              </a:rPr>
              <a:t>MATCH {class: Person, as: start, where: (id = :personId)}</a:t>
            </a:r>
          </a:p>
          <a:p>
            <a:pPr algn="l">
              <a:lnSpc>
                <a:spcPct val="100000"/>
              </a:lnSpc>
            </a:pPr>
            <a:r>
              <a:rPr sz="1700">
                <a:solidFill>
                  <a:srgbClr val="27282C"/>
                </a:solidFill>
                <a:latin typeface="JetBrains Mono"/>
              </a:rPr>
              <a:t>  .out('KNOWS'){while $depth&lt;2, as: person,</a:t>
            </a:r>
          </a:p>
          <a:p>
            <a:pPr algn="l">
              <a:lnSpc>
                <a:spcPct val="100000"/>
              </a:lnSpc>
            </a:pPr>
            <a:r>
              <a:rPr sz="1700">
                <a:solidFill>
                  <a:srgbClr val="27282C"/>
                </a:solidFill>
                <a:latin typeface="JetBrains Mono"/>
              </a:rPr>
              <a:t>                where @rid &lt;&gt; $matched.start.@rid},</a:t>
            </a:r>
          </a:p>
          <a:p>
            <a:pPr algn="l">
              <a:lnSpc>
                <a:spcPct val="100000"/>
              </a:lnSpc>
            </a:pPr>
            <a:r>
              <a:rPr sz="1700">
                <a:solidFill>
                  <a:srgbClr val="27282C"/>
                </a:solidFill>
                <a:latin typeface="JetBrains Mono"/>
              </a:rPr>
              <a:t> </a:t>
            </a:r>
          </a:p>
          <a:p>
            <a:pPr algn="l">
              <a:lnSpc>
                <a:spcPct val="100000"/>
              </a:lnSpc>
            </a:pPr>
            <a:r>
              <a:rPr sz="1700">
                <a:solidFill>
                  <a:srgbClr val="6E7585"/>
                </a:solidFill>
                <a:latin typeface="JetBrains Mono"/>
              </a:rPr>
              <a:t>  {person}.out('IS_LOCATED_IN').out('IS_PART_OF')          ← BRANCH A</a:t>
            </a:r>
          </a:p>
          <a:p>
            <a:pPr algn="l">
              <a:lnSpc>
                <a:spcPct val="100000"/>
              </a:lnSpc>
            </a:pPr>
            <a:r>
              <a:rPr sz="1700">
                <a:solidFill>
                  <a:srgbClr val="27282C"/>
                </a:solidFill>
                <a:latin typeface="JetBrains Mono"/>
              </a:rPr>
              <a:t>    {where: name NOT IN [:countryX, :countryY]},</a:t>
            </a:r>
          </a:p>
          <a:p>
            <a:pPr algn="l">
              <a:lnSpc>
                <a:spcPct val="100000"/>
              </a:lnSpc>
            </a:pPr>
            <a:r>
              <a:rPr sz="1700">
                <a:solidFill>
                  <a:srgbClr val="27282C"/>
                </a:solidFill>
                <a:latin typeface="JetBrains Mono"/>
              </a:rPr>
              <a:t> </a:t>
            </a:r>
          </a:p>
          <a:p>
            <a:pPr algn="l">
              <a:lnSpc>
                <a:spcPct val="100000"/>
              </a:lnSpc>
            </a:pPr>
            <a:r>
              <a:rPr sz="1700">
                <a:solidFill>
                  <a:srgbClr val="6E7585"/>
                </a:solidFill>
                <a:latin typeface="JetBrains Mono"/>
              </a:rPr>
              <a:t>  {person}.in('HAS_CREATOR')                                ← BRANCH B</a:t>
            </a:r>
          </a:p>
          <a:p>
            <a:pPr algn="l">
              <a:lnSpc>
                <a:spcPct val="100000"/>
              </a:lnSpc>
            </a:pPr>
            <a:r>
              <a:rPr sz="1700">
                <a:solidFill>
                  <a:srgbClr val="27282C"/>
                </a:solidFill>
                <a:latin typeface="JetBrains Mono"/>
              </a:rPr>
              <a:t>    {as: message, where: creationDate &gt;= :start AND &lt; :end}</a:t>
            </a:r>
          </a:p>
          <a:p>
            <a:pPr algn="l">
              <a:lnSpc>
                <a:spcPct val="100000"/>
              </a:lnSpc>
            </a:pPr>
            <a:r>
              <a:rPr sz="1700">
                <a:solidFill>
                  <a:srgbClr val="27282C"/>
                </a:solidFill>
                <a:latin typeface="JetBrains Mono"/>
              </a:rPr>
              <a:t>    .out('IS_LOCATED_IN')</a:t>
            </a:r>
          </a:p>
          <a:p>
            <a:pPr algn="l">
              <a:lnSpc>
                <a:spcPct val="100000"/>
              </a:lnSpc>
            </a:pPr>
            <a:r>
              <a:rPr sz="1700">
                <a:solidFill>
                  <a:srgbClr val="27282C"/>
                </a:solidFill>
                <a:latin typeface="JetBrains Mono"/>
              </a:rPr>
              <a:t>    {as: msgCountry, where: name IN [:countryX, :countryY]}</a:t>
            </a:r>
          </a:p>
          <a:p>
            <a:pPr algn="l">
              <a:lnSpc>
                <a:spcPct val="100000"/>
              </a:lnSpc>
            </a:pPr>
            <a:r>
              <a:rPr sz="1700">
                <a:solidFill>
                  <a:srgbClr val="27282C"/>
                </a:solidFill>
                <a:latin typeface="JetBrains Mono"/>
              </a:rPr>
              <a:t>RETURN person, msgCountry</a:t>
            </a:r>
          </a:p>
        </p:txBody>
      </p:sp>
      <p:sp>
        <p:nvSpPr>
          <p:cNvPr id="4" name="TextBox 3"/>
          <p:cNvSpPr txBox="1"/>
          <p:nvPr/>
        </p:nvSpPr>
        <p:spPr>
          <a:xfrm>
            <a:off x="1097280" y="8961120"/>
            <a:ext cx="22219920" cy="640080"/>
          </a:xfrm>
          <a:prstGeom prst="rect">
            <a:avLst/>
          </a:prstGeom>
          <a:noFill/>
        </p:spPr>
        <p:txBody>
          <a:bodyPr wrap="square">
            <a:spAutoFit/>
          </a:bodyPr>
          <a:lstStyle/>
          <a:p>
            <a:pPr>
              <a:defRPr sz="2200" b="1">
                <a:solidFill>
                  <a:srgbClr val="6B57FF"/>
                </a:solidFill>
                <a:latin typeface="Inter"/>
              </a:defRPr>
            </a:pPr>
            <a:r>
              <a:t>Four filter shapes in one query:</a:t>
            </a:r>
          </a:p>
        </p:txBody>
      </p:sp>
      <p:sp>
        <p:nvSpPr>
          <p:cNvPr id="5" name="TextBox 4"/>
          <p:cNvSpPr txBox="1"/>
          <p:nvPr/>
        </p:nvSpPr>
        <p:spPr>
          <a:xfrm>
            <a:off x="1097280" y="9601200"/>
            <a:ext cx="22219920" cy="1828800"/>
          </a:xfrm>
          <a:prstGeom prst="rect">
            <a:avLst/>
          </a:prstGeom>
          <a:noFill/>
        </p:spPr>
        <p:txBody>
          <a:bodyPr wrap="square">
            <a:spAutoFit/>
          </a:bodyPr>
          <a:lstStyle/>
          <a:p>
            <a:pPr algn="l">
              <a:lnSpc>
                <a:spcPct val="125000"/>
              </a:lnSpc>
            </a:pPr>
            <a:r>
              <a:rPr sz="2000">
                <a:solidFill>
                  <a:srgbClr val="27282C"/>
                </a:solidFill>
                <a:latin typeface="Inter"/>
              </a:rPr>
              <a:t>• </a:t>
            </a:r>
            <a:r>
              <a:rPr sz="2000" b="1">
                <a:solidFill>
                  <a:srgbClr val="FC801D"/>
                </a:solidFill>
                <a:latin typeface="Inter"/>
              </a:rPr>
              <a:t>Index-backed range:</a:t>
            </a:r>
            <a:r>
              <a:rPr sz="2000">
                <a:solidFill>
                  <a:srgbClr val="27282C"/>
                </a:solidFill>
                <a:latin typeface="Inter"/>
              </a:rPr>
              <a:t> creationDate &gt;= … AND &lt; …</a:t>
            </a:r>
          </a:p>
          <a:p>
            <a:pPr algn="l">
              <a:lnSpc>
                <a:spcPct val="125000"/>
              </a:lnSpc>
            </a:pPr>
            <a:r>
              <a:rPr sz="2000">
                <a:solidFill>
                  <a:srgbClr val="27282C"/>
                </a:solidFill>
                <a:latin typeface="Inter"/>
              </a:rPr>
              <a:t>• </a:t>
            </a:r>
            <a:r>
              <a:rPr sz="2000" b="1">
                <a:solidFill>
                  <a:srgbClr val="FC801D"/>
                </a:solidFill>
                <a:latin typeface="Inter"/>
              </a:rPr>
              <a:t>Index-backed IN list:</a:t>
            </a:r>
            <a:r>
              <a:rPr sz="2000">
                <a:solidFill>
                  <a:srgbClr val="27282C"/>
                </a:solidFill>
                <a:latin typeface="Inter"/>
              </a:rPr>
              <a:t> msgCountry.name IN [...]</a:t>
            </a:r>
          </a:p>
          <a:p>
            <a:pPr algn="l">
              <a:lnSpc>
                <a:spcPct val="125000"/>
              </a:lnSpc>
            </a:pPr>
            <a:r>
              <a:rPr sz="2000">
                <a:solidFill>
                  <a:srgbClr val="27282C"/>
                </a:solidFill>
                <a:latin typeface="Inter"/>
              </a:rPr>
              <a:t>• </a:t>
            </a:r>
            <a:r>
              <a:rPr sz="2000" b="1">
                <a:solidFill>
                  <a:srgbClr val="FC801D"/>
                </a:solidFill>
                <a:latin typeface="Inter"/>
              </a:rPr>
              <a:t>Class / NOT-IN literal:</a:t>
            </a:r>
            <a:r>
              <a:rPr sz="2000">
                <a:solidFill>
                  <a:srgbClr val="27282C"/>
                </a:solidFill>
                <a:latin typeface="Inter"/>
              </a:rPr>
              <a:t> country.name NOT IN [...]</a:t>
            </a:r>
          </a:p>
          <a:p>
            <a:pPr algn="l">
              <a:lnSpc>
                <a:spcPct val="125000"/>
              </a:lnSpc>
            </a:pPr>
            <a:r>
              <a:rPr sz="2000">
                <a:solidFill>
                  <a:srgbClr val="27282C"/>
                </a:solidFill>
                <a:latin typeface="Inter"/>
              </a:rPr>
              <a:t>• </a:t>
            </a:r>
            <a:r>
              <a:rPr sz="2000" b="1">
                <a:solidFill>
                  <a:srgbClr val="FC801D"/>
                </a:solidFill>
                <a:latin typeface="Inter"/>
              </a:rPr>
              <a:t>Multi-branch:</a:t>
            </a:r>
            <a:r>
              <a:rPr sz="2000">
                <a:solidFill>
                  <a:srgbClr val="27282C"/>
                </a:solidFill>
                <a:latin typeface="Inter"/>
              </a:rPr>
              <a:t> two sub-patterns from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Three bottleneck classes</a:t>
            </a:r>
          </a:p>
        </p:txBody>
      </p:sp>
      <p:graphicFrame>
        <p:nvGraphicFramePr>
          <p:cNvPr id="3" name="Table 2"/>
          <p:cNvGraphicFramePr>
            <a:graphicFrameLocks noGrp="1"/>
          </p:cNvGraphicFramePr>
          <p:nvPr/>
        </p:nvGraphicFramePr>
        <p:xfrm>
          <a:off x="1097280" y="3657600"/>
          <a:ext cx="22219919" cy="4572000"/>
        </p:xfrm>
        <a:graphic>
          <a:graphicData uri="http://schemas.openxmlformats.org/drawingml/2006/table">
            <a:tbl>
              <a:tblPr firstRow="1" bandRow="1">
                <a:tableStyleId>{5C22544A-7EE6-4342-B048-85BDC9FD1C3A}</a:tableStyleId>
              </a:tblPr>
              <a:tblGrid>
                <a:gridCol w="5049981"/>
                <a:gridCol w="8584969"/>
                <a:gridCol w="8584969"/>
              </a:tblGrid>
              <a:tr h="1143000">
                <a:tc>
                  <a:txBody>
                    <a:bodyPr wrap="square" lIns="137160" rIns="137160" tIns="73152" bIns="73152"/>
                    <a:lstStyle/>
                    <a:p>
                      <a:pPr algn="l"/>
                      <a:r>
                        <a:rPr sz="1900" b="1">
                          <a:solidFill>
                            <a:srgbClr val="FFFFFF"/>
                          </a:solidFill>
                          <a:latin typeface="Inter"/>
                        </a:rPr>
                        <a:t>Class</a:t>
                      </a:r>
                    </a:p>
                  </a:txBody>
                  <a:tcPr>
                    <a:solidFill>
                      <a:srgbClr val="087CFA"/>
                    </a:solidFill>
                  </a:tcPr>
                </a:tc>
                <a:tc>
                  <a:txBody>
                    <a:bodyPr wrap="square" lIns="137160" rIns="137160" tIns="73152" bIns="73152"/>
                    <a:lstStyle/>
                    <a:p>
                      <a:pPr algn="l"/>
                      <a:r>
                        <a:rPr sz="1900" b="1">
                          <a:solidFill>
                            <a:srgbClr val="FFFFFF"/>
                          </a:solidFill>
                          <a:latin typeface="Inter"/>
                        </a:rPr>
                        <a:t>Example query shape</a:t>
                      </a:r>
                    </a:p>
                  </a:txBody>
                  <a:tcPr>
                    <a:solidFill>
                      <a:srgbClr val="087CFA"/>
                    </a:solidFill>
                  </a:tcPr>
                </a:tc>
                <a:tc>
                  <a:txBody>
                    <a:bodyPr wrap="square" lIns="137160" rIns="137160" tIns="73152" bIns="73152"/>
                    <a:lstStyle/>
                    <a:p>
                      <a:pPr algn="l"/>
                      <a:r>
                        <a:rPr sz="1900" b="1">
                          <a:solidFill>
                            <a:srgbClr val="FFFFFF"/>
                          </a:solidFill>
                          <a:latin typeface="Inter"/>
                        </a:rPr>
                        <a:t>Why slow</a:t>
                      </a:r>
                    </a:p>
                  </a:txBody>
                  <a:tcPr>
                    <a:solidFill>
                      <a:srgbClr val="087CFA"/>
                    </a:solidFill>
                  </a:tcPr>
                </a:tc>
              </a:tr>
              <a:tr h="1143000">
                <a:tc>
                  <a:txBody>
                    <a:bodyPr wrap="square" lIns="137160" rIns="137160" tIns="73152" bIns="73152"/>
                    <a:lstStyle/>
                    <a:p>
                      <a:pPr algn="l"/>
                      <a:r>
                        <a:rPr sz="1900">
                          <a:solidFill>
                            <a:srgbClr val="27282C"/>
                          </a:solidFill>
                          <a:latin typeface="Inter"/>
                        </a:rPr>
                        <a:t>Back-reference</a:t>
                      </a:r>
                    </a:p>
                  </a:txBody>
                  <a:tcPr>
                    <a:solidFill>
                      <a:srgbClr val="FFFFFF"/>
                    </a:solidFill>
                  </a:tcPr>
                </a:tc>
                <a:tc>
                  <a:txBody>
                    <a:bodyPr wrap="square" lIns="137160" rIns="137160" tIns="73152" bIns="73152"/>
                    <a:lstStyle/>
                    <a:p>
                      <a:pPr algn="l"/>
                      <a:r>
                        <a:rPr sz="1900">
                          <a:solidFill>
                            <a:srgbClr val="27282C"/>
                          </a:solidFill>
                          <a:latin typeface="Inter"/>
                        </a:rPr>
                        <a:t>out('E'){where: @rid = $matched.X.@rid}</a:t>
                      </a:r>
                    </a:p>
                  </a:txBody>
                  <a:tcPr>
                    <a:solidFill>
                      <a:srgbClr val="FFFFFF"/>
                    </a:solidFill>
                  </a:tcPr>
                </a:tc>
                <a:tc>
                  <a:txBody>
                    <a:bodyPr wrap="square" lIns="137160" rIns="137160" tIns="73152" bIns="73152"/>
                    <a:lstStyle/>
                    <a:p>
                      <a:pPr algn="l"/>
                      <a:r>
                        <a:rPr sz="1900">
                          <a:solidFill>
                            <a:srgbClr val="27282C"/>
                          </a:solidFill>
                          <a:latin typeface="Inter"/>
                        </a:rPr>
                        <a:t>Per-row scan of a LinkBag we already know the target of</a:t>
                      </a:r>
                    </a:p>
                  </a:txBody>
                  <a:tcPr>
                    <a:solidFill>
                      <a:srgbClr val="FFFFFF"/>
                    </a:solidFill>
                  </a:tcPr>
                </a:tc>
              </a:tr>
              <a:tr h="1143000">
                <a:tc>
                  <a:txBody>
                    <a:bodyPr wrap="square" lIns="137160" rIns="137160" tIns="73152" bIns="73152"/>
                    <a:lstStyle/>
                    <a:p>
                      <a:pPr algn="l"/>
                      <a:r>
                        <a:rPr sz="1900">
                          <a:solidFill>
                            <a:srgbClr val="27282C"/>
                          </a:solidFill>
                          <a:latin typeface="Inter"/>
                        </a:rPr>
                        <a:t>Class filter after expand</a:t>
                      </a:r>
                    </a:p>
                  </a:txBody>
                  <a:tcPr>
                    <a:solidFill>
                      <a:srgbClr val="F5F7FB"/>
                    </a:solidFill>
                  </a:tcPr>
                </a:tc>
                <a:tc>
                  <a:txBody>
                    <a:bodyPr wrap="square" lIns="137160" rIns="137160" tIns="73152" bIns="73152"/>
                    <a:lstStyle/>
                    <a:p>
                      <a:pPr algn="l"/>
                      <a:r>
                        <a:rPr sz="1900">
                          <a:solidFill>
                            <a:srgbClr val="27282C"/>
                          </a:solidFill>
                          <a:latin typeface="Inter"/>
                        </a:rPr>
                        <a:t>expand(out('E')) + WHERE @class = 'Post'</a:t>
                      </a:r>
                    </a:p>
                  </a:txBody>
                  <a:tcPr>
                    <a:solidFill>
                      <a:srgbClr val="F5F7FB"/>
                    </a:solidFill>
                  </a:tcPr>
                </a:tc>
                <a:tc>
                  <a:txBody>
                    <a:bodyPr wrap="square" lIns="137160" rIns="137160" tIns="73152" bIns="73152"/>
                    <a:lstStyle/>
                    <a:p>
                      <a:pPr algn="l"/>
                      <a:r>
                        <a:rPr sz="1900">
                          <a:solidFill>
                            <a:srgbClr val="27282C"/>
                          </a:solidFill>
                          <a:latin typeface="Inter"/>
                        </a:rPr>
                        <a:t>Loads Comments only to discard them</a:t>
                      </a:r>
                    </a:p>
                  </a:txBody>
                  <a:tcPr>
                    <a:solidFill>
                      <a:srgbClr val="F5F7FB"/>
                    </a:solidFill>
                  </a:tcPr>
                </a:tc>
              </a:tr>
              <a:tr h="1143000">
                <a:tc>
                  <a:txBody>
                    <a:bodyPr wrap="square" lIns="137160" rIns="137160" tIns="73152" bIns="73152"/>
                    <a:lstStyle/>
                    <a:p>
                      <a:pPr algn="l"/>
                      <a:r>
                        <a:rPr sz="1900">
                          <a:solidFill>
                            <a:srgbClr val="27282C"/>
                          </a:solidFill>
                          <a:latin typeface="Inter"/>
                        </a:rPr>
                        <a:t>Index-backed property</a:t>
                      </a:r>
                    </a:p>
                  </a:txBody>
                  <a:tcPr>
                    <a:solidFill>
                      <a:srgbClr val="FFFFFF"/>
                    </a:solidFill>
                  </a:tcPr>
                </a:tc>
                <a:tc>
                  <a:txBody>
                    <a:bodyPr wrap="square" lIns="137160" rIns="137160" tIns="73152" bIns="73152"/>
                    <a:lstStyle/>
                    <a:p>
                      <a:pPr algn="l"/>
                      <a:r>
                        <a:rPr sz="1900">
                          <a:solidFill>
                            <a:srgbClr val="27282C"/>
                          </a:solidFill>
                          <a:latin typeface="Inter"/>
                        </a:rPr>
                        <a:t>WHERE creationDate &gt;= :start on a target</a:t>
                      </a:r>
                    </a:p>
                  </a:txBody>
                  <a:tcPr>
                    <a:solidFill>
                      <a:srgbClr val="FFFFFF"/>
                    </a:solidFill>
                  </a:tcPr>
                </a:tc>
                <a:tc>
                  <a:txBody>
                    <a:bodyPr wrap="square" lIns="137160" rIns="137160" tIns="73152" bIns="73152"/>
                    <a:lstStyle/>
                    <a:p>
                      <a:pPr algn="l"/>
                      <a:r>
                        <a:rPr sz="1900">
                          <a:solidFill>
                            <a:srgbClr val="27282C"/>
                          </a:solidFill>
                          <a:latin typeface="Inter"/>
                        </a:rPr>
                        <a:t>Loads vertices outside the date window</a:t>
                      </a:r>
                    </a:p>
                  </a:txBody>
                  <a:tcPr>
                    <a:solidFill>
                      <a:srgbClr val="FFFFFF"/>
                    </a:solidFill>
                  </a:tcPr>
                </a:tc>
              </a:tr>
            </a:tbl>
          </a:graphicData>
        </a:graphic>
      </p:graphicFrame>
      <p:sp>
        <p:nvSpPr>
          <p:cNvPr id="4" name="TextBox 3"/>
          <p:cNvSpPr txBox="1"/>
          <p:nvPr/>
        </p:nvSpPr>
        <p:spPr>
          <a:xfrm>
            <a:off x="1097280" y="8686800"/>
            <a:ext cx="22219920" cy="2286000"/>
          </a:xfrm>
          <a:prstGeom prst="rect">
            <a:avLst/>
          </a:prstGeom>
          <a:noFill/>
        </p:spPr>
        <p:txBody>
          <a:bodyPr wrap="square">
            <a:spAutoFit/>
          </a:bodyPr>
          <a:lstStyle/>
          <a:p>
            <a:pPr algn="l">
              <a:lnSpc>
                <a:spcPct val="125000"/>
              </a:lnSpc>
            </a:pPr>
            <a:r>
              <a:rPr sz="2200">
                <a:solidFill>
                  <a:srgbClr val="27282C"/>
                </a:solidFill>
                <a:latin typeface="Inter"/>
              </a:rPr>
              <a:t>• IC3 (our anchor) hits </a:t>
            </a:r>
            <a:r>
              <a:rPr sz="2200" b="1">
                <a:solidFill>
                  <a:srgbClr val="FC801D"/>
                </a:solidFill>
                <a:latin typeface="Inter"/>
              </a:rPr>
              <a:t>two</a:t>
            </a:r>
            <a:r>
              <a:rPr sz="2200">
                <a:solidFill>
                  <a:srgbClr val="27282C"/>
                </a:solidFill>
                <a:latin typeface="Inter"/>
              </a:rPr>
              <a:t> of these three classes</a:t>
            </a:r>
          </a:p>
          <a:p>
            <a:pPr algn="l">
              <a:lnSpc>
                <a:spcPct val="125000"/>
              </a:lnSpc>
            </a:pPr>
            <a:r>
              <a:rPr sz="2200">
                <a:solidFill>
                  <a:srgbClr val="27282C"/>
                </a:solidFill>
                <a:latin typeface="Inter"/>
              </a:rPr>
              <a:t>• IC5 adds a back-reference on its final edge</a:t>
            </a:r>
          </a:p>
          <a:p>
            <a:pPr algn="l">
              <a:lnSpc>
                <a:spcPct val="125000"/>
              </a:lnSpc>
            </a:pPr>
            <a:r>
              <a:rPr sz="2200">
                <a:solidFill>
                  <a:srgbClr val="27282C"/>
                </a:solidFill>
                <a:latin typeface="Inter"/>
              </a:rPr>
              <a:t>• IC10 mixes class filter and back-reference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Three query shapes that hurt today</a:t>
            </a:r>
          </a:p>
        </p:txBody>
      </p:sp>
      <p:sp>
        <p:nvSpPr>
          <p:cNvPr id="3" name="Rounded Rectangle 2"/>
          <p:cNvSpPr/>
          <p:nvPr/>
        </p:nvSpPr>
        <p:spPr>
          <a:xfrm>
            <a:off x="1097280" y="3657600"/>
            <a:ext cx="22219920" cy="640080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1700">
                <a:solidFill>
                  <a:srgbClr val="27282C"/>
                </a:solidFill>
                <a:latin typeface="JetBrains Mono"/>
              </a:rPr>
              <a:t>1. Class filter after edge</a:t>
            </a:r>
          </a:p>
          <a:p>
            <a:pPr algn="l">
              <a:lnSpc>
                <a:spcPct val="100000"/>
              </a:lnSpc>
            </a:pPr>
            <a:r>
              <a:rPr sz="1700">
                <a:solidFill>
                  <a:srgbClr val="27282C"/>
                </a:solidFill>
                <a:latin typeface="JetBrains Mono"/>
              </a:rPr>
              <a:t>   .out('E'){where: @class = 'Post'}</a:t>
            </a:r>
          </a:p>
          <a:p>
            <a:pPr algn="l">
              <a:lnSpc>
                <a:spcPct val="100000"/>
              </a:lnSpc>
            </a:pPr>
            <a:r>
              <a:rPr sz="1700">
                <a:solidFill>
                  <a:srgbClr val="6E7585"/>
                </a:solidFill>
                <a:latin typeface="JetBrains Mono"/>
              </a:rPr>
              <a:t>   ← walks every LinkBag entry, loads every vertex,</a:t>
            </a:r>
          </a:p>
          <a:p>
            <a:pPr algn="l">
              <a:lnSpc>
                <a:spcPct val="100000"/>
              </a:lnSpc>
            </a:pPr>
            <a:r>
              <a:rPr sz="1700">
                <a:solidFill>
                  <a:srgbClr val="27282C"/>
                </a:solidFill>
                <a:latin typeface="JetBrains Mono"/>
              </a:rPr>
              <a:t>     filters at the end — only ~3% are Post</a:t>
            </a:r>
          </a:p>
          <a:p>
            <a:pPr algn="l">
              <a:lnSpc>
                <a:spcPct val="100000"/>
              </a:lnSpc>
            </a:pPr>
            <a:r>
              <a:rPr sz="1700">
                <a:solidFill>
                  <a:srgbClr val="27282C"/>
                </a:solidFill>
                <a:latin typeface="JetBrains Mono"/>
              </a:rPr>
              <a:t> </a:t>
            </a:r>
          </a:p>
          <a:p>
            <a:pPr algn="l">
              <a:lnSpc>
                <a:spcPct val="100000"/>
              </a:lnSpc>
            </a:pPr>
            <a:r>
              <a:rPr sz="1700">
                <a:solidFill>
                  <a:srgbClr val="27282C"/>
                </a:solidFill>
                <a:latin typeface="JetBrains Mono"/>
              </a:rPr>
              <a:t>2. Index-backed range / IN list</a:t>
            </a:r>
          </a:p>
          <a:p>
            <a:pPr algn="l">
              <a:lnSpc>
                <a:spcPct val="100000"/>
              </a:lnSpc>
            </a:pPr>
            <a:r>
              <a:rPr sz="1700">
                <a:solidFill>
                  <a:srgbClr val="27282C"/>
                </a:solidFill>
                <a:latin typeface="JetBrains Mono"/>
              </a:rPr>
              <a:t>   .out('E'){where: creationDate &gt;= :start AND &lt; :end}</a:t>
            </a:r>
          </a:p>
          <a:p>
            <a:pPr algn="l">
              <a:lnSpc>
                <a:spcPct val="100000"/>
              </a:lnSpc>
            </a:pPr>
            <a:r>
              <a:rPr sz="1700">
                <a:solidFill>
                  <a:srgbClr val="27282C"/>
                </a:solidFill>
                <a:latin typeface="JetBrains Mono"/>
              </a:rPr>
              <a:t>   .out('E'){where: msgCountry.name IN [:cX, :cY]}</a:t>
            </a:r>
          </a:p>
          <a:p>
            <a:pPr algn="l">
              <a:lnSpc>
                <a:spcPct val="100000"/>
              </a:lnSpc>
            </a:pPr>
            <a:r>
              <a:rPr sz="1700">
                <a:solidFill>
                  <a:srgbClr val="6E7585"/>
                </a:solidFill>
                <a:latin typeface="JetBrains Mono"/>
              </a:rPr>
              <a:t>   ← walks every LinkBag entry, loads every vertex,</a:t>
            </a:r>
          </a:p>
          <a:p>
            <a:pPr algn="l">
              <a:lnSpc>
                <a:spcPct val="100000"/>
              </a:lnSpc>
            </a:pPr>
            <a:r>
              <a:rPr sz="1700">
                <a:solidFill>
                  <a:srgbClr val="27282C"/>
                </a:solidFill>
                <a:latin typeface="JetBrains Mono"/>
              </a:rPr>
              <a:t>     filters at the end — index is unused</a:t>
            </a:r>
          </a:p>
          <a:p>
            <a:pPr algn="l">
              <a:lnSpc>
                <a:spcPct val="100000"/>
              </a:lnSpc>
            </a:pPr>
            <a:r>
              <a:rPr sz="1700">
                <a:solidFill>
                  <a:srgbClr val="27282C"/>
                </a:solidFill>
                <a:latin typeface="JetBrains Mono"/>
              </a:rPr>
              <a:t> </a:t>
            </a:r>
          </a:p>
          <a:p>
            <a:pPr algn="l">
              <a:lnSpc>
                <a:spcPct val="100000"/>
              </a:lnSpc>
            </a:pPr>
            <a:r>
              <a:rPr sz="1700">
                <a:solidFill>
                  <a:srgbClr val="27282C"/>
                </a:solidFill>
                <a:latin typeface="JetBrains Mono"/>
              </a:rPr>
              <a:t>3. Back-reference (adjacency intersection)</a:t>
            </a:r>
          </a:p>
          <a:p>
            <a:pPr algn="l">
              <a:lnSpc>
                <a:spcPct val="100000"/>
              </a:lnSpc>
            </a:pPr>
            <a:r>
              <a:rPr sz="1700">
                <a:solidFill>
                  <a:srgbClr val="27282C"/>
                </a:solidFill>
                <a:latin typeface="JetBrains Mono"/>
              </a:rPr>
              <a:t>   .out('E'){where: @rid = $matched.X.@rid}</a:t>
            </a:r>
          </a:p>
          <a:p>
            <a:pPr algn="l">
              <a:lnSpc>
                <a:spcPct val="100000"/>
              </a:lnSpc>
            </a:pPr>
            <a:r>
              <a:rPr sz="1700">
                <a:solidFill>
                  <a:srgbClr val="6E7585"/>
                </a:solidFill>
                <a:latin typeface="JetBrains Mono"/>
              </a:rPr>
              <a:t>   ← walks every LinkBag entry, loads every vertex,</a:t>
            </a:r>
          </a:p>
          <a:p>
            <a:pPr algn="l">
              <a:lnSpc>
                <a:spcPct val="100000"/>
              </a:lnSpc>
            </a:pPr>
            <a:r>
              <a:rPr sz="1700">
                <a:solidFill>
                  <a:srgbClr val="27282C"/>
                </a:solidFill>
                <a:latin typeface="JetBrains Mono"/>
              </a:rPr>
              <a:t>     filters at the end — but we know the target RID</a:t>
            </a:r>
          </a:p>
        </p:txBody>
      </p:sp>
      <p:sp>
        <p:nvSpPr>
          <p:cNvPr id="4" name="TextBox 3"/>
          <p:cNvSpPr txBox="1"/>
          <p:nvPr/>
        </p:nvSpPr>
        <p:spPr>
          <a:xfrm>
            <a:off x="1097280" y="10515600"/>
            <a:ext cx="22219920" cy="640080"/>
          </a:xfrm>
          <a:prstGeom prst="rect">
            <a:avLst/>
          </a:prstGeom>
          <a:noFill/>
        </p:spPr>
        <p:txBody>
          <a:bodyPr wrap="square">
            <a:spAutoFit/>
          </a:bodyPr>
          <a:lstStyle/>
          <a:p>
            <a:pPr>
              <a:defRPr sz="2000" b="1">
                <a:solidFill>
                  <a:srgbClr val="6B57FF"/>
                </a:solidFill>
                <a:latin typeface="Inter"/>
              </a:defRPr>
            </a:pPr>
            <a:r>
              <a:t>All three: walk LinkBag → load every vertex → filter at the end. Fix = push filter *before* the 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Why this was not fixed earlier</a:t>
            </a:r>
          </a:p>
        </p:txBody>
      </p:sp>
      <p:sp>
        <p:nvSpPr>
          <p:cNvPr id="3" name="TextBox 2"/>
          <p:cNvSpPr txBox="1"/>
          <p:nvPr/>
        </p:nvSpPr>
        <p:spPr>
          <a:xfrm>
            <a:off x="1097280" y="4572000"/>
            <a:ext cx="22219920" cy="5486400"/>
          </a:xfrm>
          <a:prstGeom prst="rect">
            <a:avLst/>
          </a:prstGeom>
          <a:noFill/>
        </p:spPr>
        <p:txBody>
          <a:bodyPr wrap="square">
            <a:spAutoFit/>
          </a:bodyPr>
          <a:lstStyle/>
          <a:p>
            <a:pPr algn="l">
              <a:lnSpc>
                <a:spcPct val="125000"/>
              </a:lnSpc>
            </a:pPr>
            <a:r>
              <a:rPr sz="2800">
                <a:solidFill>
                  <a:srgbClr val="27282C"/>
                </a:solidFill>
                <a:latin typeface="Inter"/>
              </a:rPr>
              <a:t>• MATCH scheduler picks edges by cost</a:t>
            </a:r>
          </a:p>
          <a:p>
            <a:pPr algn="l">
              <a:lnSpc>
                <a:spcPct val="125000"/>
              </a:lnSpc>
            </a:pPr>
            <a:r>
              <a:rPr sz="2800">
                <a:solidFill>
                  <a:srgbClr val="27282C"/>
                </a:solidFill>
                <a:latin typeface="Inter"/>
              </a:rPr>
              <a:t>• But after an edge is picked, the traversal forgets about the target's WHERE</a:t>
            </a:r>
          </a:p>
          <a:p>
            <a:pPr algn="l">
              <a:lnSpc>
                <a:spcPct val="125000"/>
              </a:lnSpc>
            </a:pPr>
            <a:r>
              <a:rPr sz="2800">
                <a:solidFill>
                  <a:srgbClr val="27282C"/>
                </a:solidFill>
                <a:latin typeface="Inter"/>
              </a:rPr>
              <a:t>• And it forgets that another alias may pin the target's RID via $matched</a:t>
            </a:r>
          </a:p>
          <a:p>
            <a:pPr algn="l">
              <a:lnSpc>
                <a:spcPct val="125000"/>
              </a:lnSpc>
            </a:pPr>
            <a:r>
              <a:rPr sz="2800">
                <a:solidFill>
                  <a:srgbClr val="27282C"/>
                </a:solidFill>
                <a:latin typeface="Inter"/>
              </a:rPr>
              <a:t>• The scheduler optimises the </a:t>
            </a:r>
            <a:r>
              <a:rPr sz="2800" b="1">
                <a:solidFill>
                  <a:srgbClr val="FC801D"/>
                </a:solidFill>
                <a:latin typeface="Inter"/>
              </a:rPr>
              <a:t>order</a:t>
            </a:r>
            <a:r>
              <a:rPr sz="2800">
                <a:solidFill>
                  <a:srgbClr val="27282C"/>
                </a:solidFill>
                <a:latin typeface="Inter"/>
              </a:rPr>
              <a:t>; nothing optimises the </a:t>
            </a:r>
            <a:r>
              <a:rPr sz="2800" b="1">
                <a:solidFill>
                  <a:srgbClr val="FC801D"/>
                </a:solidFill>
                <a:latin typeface="Inter"/>
              </a:rPr>
              <a:t>scan inside an edge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PR #822 — Three descriptor types</a:t>
            </a:r>
          </a:p>
        </p:txBody>
      </p:sp>
      <p:sp>
        <p:nvSpPr>
          <p:cNvPr id="3" name="TextBox 2"/>
          <p:cNvSpPr txBox="1"/>
          <p:nvPr/>
        </p:nvSpPr>
        <p:spPr>
          <a:xfrm>
            <a:off x="1097280" y="3474720"/>
            <a:ext cx="22219920" cy="640080"/>
          </a:xfrm>
          <a:prstGeom prst="rect">
            <a:avLst/>
          </a:prstGeom>
          <a:noFill/>
        </p:spPr>
        <p:txBody>
          <a:bodyPr wrap="square">
            <a:spAutoFit/>
          </a:bodyPr>
          <a:lstStyle/>
          <a:p>
            <a:pPr>
              <a:defRPr sz="2200" b="1">
                <a:solidFill>
                  <a:srgbClr val="6B57FF"/>
                </a:solidFill>
                <a:latin typeface="Inter"/>
              </a:defRPr>
            </a:pPr>
            <a:r>
              <a:t>Maps directly to shapes 1, 2, 3 from previous slide</a:t>
            </a:r>
          </a:p>
        </p:txBody>
      </p:sp>
      <p:graphicFrame>
        <p:nvGraphicFramePr>
          <p:cNvPr id="4" name="Table 3"/>
          <p:cNvGraphicFramePr>
            <a:graphicFrameLocks noGrp="1"/>
          </p:cNvGraphicFramePr>
          <p:nvPr/>
        </p:nvGraphicFramePr>
        <p:xfrm>
          <a:off x="1097280" y="4389120"/>
          <a:ext cx="22219918" cy="4114800"/>
        </p:xfrm>
        <a:graphic>
          <a:graphicData uri="http://schemas.openxmlformats.org/drawingml/2006/table">
            <a:tbl>
              <a:tblPr firstRow="1" bandRow="1">
                <a:tableStyleId>{5C22544A-7EE6-4342-B048-85BDC9FD1C3A}</a:tableStyleId>
              </a:tblPr>
              <a:tblGrid>
                <a:gridCol w="4039985"/>
                <a:gridCol w="1767493"/>
                <a:gridCol w="6059978"/>
                <a:gridCol w="6312477"/>
                <a:gridCol w="4039985"/>
              </a:tblGrid>
              <a:tr h="1028700">
                <a:tc>
                  <a:txBody>
                    <a:bodyPr wrap="square" lIns="137160" rIns="137160" tIns="73152" bIns="73152"/>
                    <a:lstStyle/>
                    <a:p>
                      <a:pPr algn="l"/>
                      <a:r>
                        <a:rPr sz="1800" b="1">
                          <a:solidFill>
                            <a:srgbClr val="FFFFFF"/>
                          </a:solidFill>
                          <a:latin typeface="Inter"/>
                        </a:rPr>
                        <a:t>Case</a:t>
                      </a:r>
                    </a:p>
                  </a:txBody>
                  <a:tcPr>
                    <a:solidFill>
                      <a:srgbClr val="087CFA"/>
                    </a:solidFill>
                  </a:tcPr>
                </a:tc>
                <a:tc>
                  <a:txBody>
                    <a:bodyPr wrap="square" lIns="137160" rIns="137160" tIns="73152" bIns="73152"/>
                    <a:lstStyle/>
                    <a:p>
                      <a:pPr algn="l"/>
                      <a:r>
                        <a:rPr sz="1800" b="1">
                          <a:solidFill>
                            <a:srgbClr val="FFFFFF"/>
                          </a:solidFill>
                          <a:latin typeface="Inter"/>
                        </a:rPr>
                        <a:t>Shape</a:t>
                      </a:r>
                    </a:p>
                  </a:txBody>
                  <a:tcPr>
                    <a:solidFill>
                      <a:srgbClr val="087CFA"/>
                    </a:solidFill>
                  </a:tcPr>
                </a:tc>
                <a:tc>
                  <a:txBody>
                    <a:bodyPr wrap="square" lIns="137160" rIns="137160" tIns="73152" bIns="73152"/>
                    <a:lstStyle/>
                    <a:p>
                      <a:pPr algn="l"/>
                      <a:r>
                        <a:rPr sz="1800" b="1">
                          <a:solidFill>
                            <a:srgbClr val="FFFFFF"/>
                          </a:solidFill>
                          <a:latin typeface="Inter"/>
                        </a:rPr>
                        <a:t>Filters by</a:t>
                      </a:r>
                    </a:p>
                  </a:txBody>
                  <a:tcPr>
                    <a:solidFill>
                      <a:srgbClr val="087CFA"/>
                    </a:solidFill>
                  </a:tcPr>
                </a:tc>
                <a:tc>
                  <a:txBody>
                    <a:bodyPr wrap="square" lIns="137160" rIns="137160" tIns="73152" bIns="73152"/>
                    <a:lstStyle/>
                    <a:p>
                      <a:pPr algn="l"/>
                      <a:r>
                        <a:rPr sz="1800" b="1">
                          <a:solidFill>
                            <a:srgbClr val="FFFFFF"/>
                          </a:solidFill>
                          <a:latin typeface="Inter"/>
                        </a:rPr>
                        <a:t>Test runs</a:t>
                      </a:r>
                    </a:p>
                  </a:txBody>
                  <a:tcPr>
                    <a:solidFill>
                      <a:srgbClr val="087CFA"/>
                    </a:solidFill>
                  </a:tcPr>
                </a:tc>
                <a:tc>
                  <a:txBody>
                    <a:bodyPr wrap="square" lIns="137160" rIns="137160" tIns="73152" bIns="73152"/>
                    <a:lstStyle/>
                    <a:p>
                      <a:pPr algn="l"/>
                      <a:r>
                        <a:rPr sz="1800" b="1">
                          <a:solidFill>
                            <a:srgbClr val="FFFFFF"/>
                          </a:solidFill>
                          <a:latin typeface="Inter"/>
                        </a:rPr>
                        <a:t>I/O cost</a:t>
                      </a:r>
                    </a:p>
                  </a:txBody>
                  <a:tcPr>
                    <a:solidFill>
                      <a:srgbClr val="087CFA"/>
                    </a:solidFill>
                  </a:tcPr>
                </a:tc>
              </a:tr>
              <a:tr h="1028700">
                <a:tc>
                  <a:txBody>
                    <a:bodyPr wrap="square" lIns="137160" rIns="137160" tIns="73152" bIns="73152"/>
                    <a:lstStyle/>
                    <a:p>
                      <a:pPr algn="l"/>
                      <a:r>
                        <a:rPr sz="1800">
                          <a:solidFill>
                            <a:srgbClr val="27282C"/>
                          </a:solidFill>
                          <a:latin typeface="Inter"/>
                        </a:rPr>
                        <a:t>A — Class</a:t>
                      </a:r>
                    </a:p>
                  </a:txBody>
                  <a:tcPr>
                    <a:solidFill>
                      <a:srgbClr val="FFFFFF"/>
                    </a:solidFill>
                  </a:tcPr>
                </a:tc>
                <a:tc>
                  <a:txBody>
                    <a:bodyPr wrap="square" lIns="137160" rIns="137160" tIns="73152" bIns="73152"/>
                    <a:lstStyle/>
                    <a:p>
                      <a:pPr algn="l"/>
                      <a:r>
                        <a:rPr sz="1800">
                          <a:solidFill>
                            <a:srgbClr val="27282C"/>
                          </a:solidFill>
                          <a:latin typeface="Inter"/>
                        </a:rPr>
                        <a:t>1</a:t>
                      </a:r>
                    </a:p>
                  </a:txBody>
                  <a:tcPr>
                    <a:solidFill>
                      <a:srgbClr val="FFFFFF"/>
                    </a:solidFill>
                  </a:tcPr>
                </a:tc>
                <a:tc>
                  <a:txBody>
                    <a:bodyPr wrap="square" lIns="137160" rIns="137160" tIns="73152" bIns="73152"/>
                    <a:lstStyle/>
                    <a:p>
                      <a:pPr algn="l"/>
                      <a:r>
                        <a:rPr sz="1800">
                          <a:solidFill>
                            <a:srgbClr val="27282C"/>
                          </a:solidFill>
                          <a:latin typeface="Inter"/>
                        </a:rPr>
                        <a:t>@class = 'Post'</a:t>
                      </a:r>
                    </a:p>
                  </a:txBody>
                  <a:tcPr>
                    <a:solidFill>
                      <a:srgbClr val="FFFFFF"/>
                    </a:solidFill>
                  </a:tcPr>
                </a:tc>
                <a:tc>
                  <a:txBody>
                    <a:bodyPr wrap="square" lIns="137160" rIns="137160" tIns="73152" bIns="73152"/>
                    <a:lstStyle/>
                    <a:p>
                      <a:pPr algn="l"/>
                      <a:r>
                        <a:rPr sz="1800">
                          <a:solidFill>
                            <a:srgbClr val="27282C"/>
                          </a:solidFill>
                          <a:latin typeface="Inter"/>
                        </a:rPr>
                        <a:t>collection ID in LinkBag iterator</a:t>
                      </a:r>
                    </a:p>
                  </a:txBody>
                  <a:tcPr>
                    <a:solidFill>
                      <a:srgbClr val="FFFFFF"/>
                    </a:solidFill>
                  </a:tcPr>
                </a:tc>
                <a:tc>
                  <a:txBody>
                    <a:bodyPr wrap="square" lIns="137160" rIns="137160" tIns="73152" bIns="73152"/>
                    <a:lstStyle/>
                    <a:p>
                      <a:pPr algn="l"/>
                      <a:r>
                        <a:rPr sz="1800">
                          <a:solidFill>
                            <a:srgbClr val="27282C"/>
                          </a:solidFill>
                          <a:latin typeface="Inter"/>
                        </a:rPr>
                        <a:t>zero</a:t>
                      </a:r>
                    </a:p>
                  </a:txBody>
                  <a:tcPr>
                    <a:solidFill>
                      <a:srgbClr val="FFFFFF"/>
                    </a:solidFill>
                  </a:tcPr>
                </a:tc>
              </a:tr>
              <a:tr h="1028700">
                <a:tc>
                  <a:txBody>
                    <a:bodyPr wrap="square" lIns="137160" rIns="137160" tIns="73152" bIns="73152"/>
                    <a:lstStyle/>
                    <a:p>
                      <a:pPr algn="l"/>
                      <a:r>
                        <a:rPr sz="1800">
                          <a:solidFill>
                            <a:srgbClr val="27282C"/>
                          </a:solidFill>
                          <a:latin typeface="Inter"/>
                        </a:rPr>
                        <a:t>B — IndexLookup</a:t>
                      </a:r>
                    </a:p>
                  </a:txBody>
                  <a:tcPr>
                    <a:solidFill>
                      <a:srgbClr val="F5F7FB"/>
                    </a:solidFill>
                  </a:tcPr>
                </a:tc>
                <a:tc>
                  <a:txBody>
                    <a:bodyPr wrap="square" lIns="137160" rIns="137160" tIns="73152" bIns="73152"/>
                    <a:lstStyle/>
                    <a:p>
                      <a:pPr algn="l"/>
                      <a:r>
                        <a:rPr sz="1800">
                          <a:solidFill>
                            <a:srgbClr val="27282C"/>
                          </a:solidFill>
                          <a:latin typeface="Inter"/>
                        </a:rPr>
                        <a:t>2</a:t>
                      </a:r>
                    </a:p>
                  </a:txBody>
                  <a:tcPr>
                    <a:solidFill>
                      <a:srgbClr val="F5F7FB"/>
                    </a:solidFill>
                  </a:tcPr>
                </a:tc>
                <a:tc>
                  <a:txBody>
                    <a:bodyPr wrap="square" lIns="137160" rIns="137160" tIns="73152" bIns="73152"/>
                    <a:lstStyle/>
                    <a:p>
                      <a:pPr algn="l"/>
                      <a:r>
                        <a:rPr sz="1800">
                          <a:solidFill>
                            <a:srgbClr val="27282C"/>
                          </a:solidFill>
                          <a:latin typeface="Inter"/>
                        </a:rPr>
                        <a:t>indexed property condition</a:t>
                      </a:r>
                    </a:p>
                  </a:txBody>
                  <a:tcPr>
                    <a:solidFill>
                      <a:srgbClr val="F5F7FB"/>
                    </a:solidFill>
                  </a:tcPr>
                </a:tc>
                <a:tc>
                  <a:txBody>
                    <a:bodyPr wrap="square" lIns="137160" rIns="137160" tIns="73152" bIns="73152"/>
                    <a:lstStyle/>
                    <a:p>
                      <a:pPr algn="l"/>
                      <a:r>
                        <a:rPr sz="1800">
                          <a:solidFill>
                            <a:srgbClr val="27282C"/>
                          </a:solidFill>
                          <a:latin typeface="Inter"/>
                        </a:rPr>
                        <a:t>resolved RID set, intersected</a:t>
                      </a:r>
                    </a:p>
                  </a:txBody>
                  <a:tcPr>
                    <a:solidFill>
                      <a:srgbClr val="F5F7FB"/>
                    </a:solidFill>
                  </a:tcPr>
                </a:tc>
                <a:tc>
                  <a:txBody>
                    <a:bodyPr wrap="square" lIns="137160" rIns="137160" tIns="73152" bIns="73152"/>
                    <a:lstStyle/>
                    <a:p>
                      <a:pPr algn="l"/>
                      <a:r>
                        <a:rPr sz="1800">
                          <a:solidFill>
                            <a:srgbClr val="27282C"/>
                          </a:solidFill>
                          <a:latin typeface="Inter"/>
                        </a:rPr>
                        <a:t>one index scan</a:t>
                      </a:r>
                    </a:p>
                  </a:txBody>
                  <a:tcPr>
                    <a:solidFill>
                      <a:srgbClr val="F5F7FB"/>
                    </a:solidFill>
                  </a:tcPr>
                </a:tc>
              </a:tr>
              <a:tr h="1028700">
                <a:tc>
                  <a:txBody>
                    <a:bodyPr wrap="square" lIns="137160" rIns="137160" tIns="73152" bIns="73152"/>
                    <a:lstStyle/>
                    <a:p>
                      <a:pPr algn="l"/>
                      <a:r>
                        <a:rPr sz="1800">
                          <a:solidFill>
                            <a:srgbClr val="27282C"/>
                          </a:solidFill>
                          <a:latin typeface="Inter"/>
                        </a:rPr>
                        <a:t>C — EdgeRidLookup</a:t>
                      </a:r>
                    </a:p>
                  </a:txBody>
                  <a:tcPr>
                    <a:solidFill>
                      <a:srgbClr val="FFFFFF"/>
                    </a:solidFill>
                  </a:tcPr>
                </a:tc>
                <a:tc>
                  <a:txBody>
                    <a:bodyPr wrap="square" lIns="137160" rIns="137160" tIns="73152" bIns="73152"/>
                    <a:lstStyle/>
                    <a:p>
                      <a:pPr algn="l"/>
                      <a:r>
                        <a:rPr sz="1800">
                          <a:solidFill>
                            <a:srgbClr val="27282C"/>
                          </a:solidFill>
                          <a:latin typeface="Inter"/>
                        </a:rPr>
                        <a:t>3</a:t>
                      </a:r>
                    </a:p>
                  </a:txBody>
                  <a:tcPr>
                    <a:solidFill>
                      <a:srgbClr val="FFFFFF"/>
                    </a:solidFill>
                  </a:tcPr>
                </a:tc>
                <a:tc>
                  <a:txBody>
                    <a:bodyPr wrap="square" lIns="137160" rIns="137160" tIns="73152" bIns="73152"/>
                    <a:lstStyle/>
                    <a:p>
                      <a:pPr algn="l"/>
                      <a:r>
                        <a:rPr sz="1800">
                          <a:solidFill>
                            <a:srgbClr val="27282C"/>
                          </a:solidFill>
                          <a:latin typeface="Inter"/>
                        </a:rPr>
                        <a:t>out('E').@rid = $matched.X.@rid</a:t>
                      </a:r>
                    </a:p>
                  </a:txBody>
                  <a:tcPr>
                    <a:solidFill>
                      <a:srgbClr val="FFFFFF"/>
                    </a:solidFill>
                  </a:tcPr>
                </a:tc>
                <a:tc>
                  <a:txBody>
                    <a:bodyPr wrap="square" lIns="137160" rIns="137160" tIns="73152" bIns="73152"/>
                    <a:lstStyle/>
                    <a:p>
                      <a:pPr algn="l"/>
                      <a:r>
                        <a:rPr sz="1800">
                          <a:solidFill>
                            <a:srgbClr val="27282C"/>
                          </a:solidFill>
                          <a:latin typeface="Inter"/>
                        </a:rPr>
                        <a:t>reverse LinkBag RID set, intersected</a:t>
                      </a:r>
                    </a:p>
                  </a:txBody>
                  <a:tcPr>
                    <a:solidFill>
                      <a:srgbClr val="FFFFFF"/>
                    </a:solidFill>
                  </a:tcPr>
                </a:tc>
                <a:tc>
                  <a:txBody>
                    <a:bodyPr wrap="square" lIns="137160" rIns="137160" tIns="73152" bIns="73152"/>
                    <a:lstStyle/>
                    <a:p>
                      <a:pPr algn="l"/>
                      <a:r>
                        <a:rPr sz="1800">
                          <a:solidFill>
                            <a:srgbClr val="27282C"/>
                          </a:solidFill>
                          <a:latin typeface="Inter"/>
                        </a:rPr>
                        <a:t>one LinkBag walk</a:t>
                      </a:r>
                    </a:p>
                  </a:txBody>
                  <a:tcPr>
                    <a:solidFill>
                      <a:srgbClr val="FFFFFF"/>
                    </a:solidFill>
                  </a:tcPr>
                </a:tc>
              </a:tr>
            </a:tbl>
          </a:graphicData>
        </a:graphic>
      </p:graphicFrame>
      <p:sp>
        <p:nvSpPr>
          <p:cNvPr id="5" name="TextBox 4"/>
          <p:cNvSpPr txBox="1"/>
          <p:nvPr/>
        </p:nvSpPr>
        <p:spPr>
          <a:xfrm>
            <a:off x="1097280" y="8869680"/>
            <a:ext cx="22219920" cy="1828800"/>
          </a:xfrm>
          <a:prstGeom prst="rect">
            <a:avLst/>
          </a:prstGeom>
          <a:noFill/>
        </p:spPr>
        <p:txBody>
          <a:bodyPr wrap="square">
            <a:spAutoFit/>
          </a:bodyPr>
          <a:lstStyle/>
          <a:p>
            <a:pPr algn="l">
              <a:lnSpc>
                <a:spcPct val="125000"/>
              </a:lnSpc>
            </a:pPr>
            <a:r>
              <a:rPr sz="2200">
                <a:solidFill>
                  <a:srgbClr val="27282C"/>
                </a:solidFill>
                <a:latin typeface="Inter"/>
              </a:rPr>
              <a:t>• Filter target: </a:t>
            </a:r>
            <a:r>
              <a:rPr sz="2200" b="1">
                <a:solidFill>
                  <a:srgbClr val="FC801D"/>
                </a:solidFill>
                <a:latin typeface="Inter"/>
              </a:rPr>
              <a:t>VertexFromLinkBagIterator</a:t>
            </a:r>
            <a:r>
              <a:rPr sz="2200">
                <a:solidFill>
                  <a:srgbClr val="27282C"/>
                </a:solidFill>
                <a:latin typeface="Inter"/>
              </a:rPr>
              <a:t> fields acceptedCollectionIds &amp; acceptedRids</a:t>
            </a:r>
          </a:p>
          <a:p>
            <a:pPr algn="l">
              <a:lnSpc>
                <a:spcPct val="125000"/>
              </a:lnSpc>
            </a:pPr>
            <a:r>
              <a:rPr sz="2200">
                <a:solidFill>
                  <a:srgbClr val="27282C"/>
                </a:solidFill>
                <a:latin typeface="Inter"/>
              </a:rPr>
              <a:t>• The test runs </a:t>
            </a:r>
            <a:r>
              <a:rPr sz="2200" b="1">
                <a:solidFill>
                  <a:srgbClr val="FC801D"/>
                </a:solidFill>
                <a:latin typeface="Inter"/>
              </a:rPr>
              <a:t>before</a:t>
            </a:r>
            <a:r>
              <a:rPr sz="2200">
                <a:solidFill>
                  <a:srgbClr val="27282C"/>
                </a:solidFill>
                <a:latin typeface="Inter"/>
              </a:rPr>
              <a:t> loadEntity()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Shared helper, two callers</a:t>
            </a:r>
          </a:p>
        </p:txBody>
      </p:sp>
      <p:pic>
        <p:nvPicPr>
          <p:cNvPr id="3" name="Picture 2" descr="image.png"/>
          <p:cNvPicPr>
            <a:picLocks noChangeAspect="1"/>
          </p:cNvPicPr>
          <p:nvPr/>
        </p:nvPicPr>
        <p:blipFill>
          <a:blip r:embed="rId2"/>
          <a:stretch>
            <a:fillRect/>
          </a:stretch>
        </p:blipFill>
        <p:spPr>
          <a:xfrm>
            <a:off x="1371600" y="4114800"/>
            <a:ext cx="21488400" cy="7875839"/>
          </a:xfrm>
          <a:prstGeom prst="rect">
            <a:avLst/>
          </a:prstGeom>
        </p:spPr>
      </p:pic>
      <p:sp>
        <p:nvSpPr>
          <p:cNvPr id="4" name="TextBox 3"/>
          <p:cNvSpPr txBox="1"/>
          <p:nvPr/>
        </p:nvSpPr>
        <p:spPr>
          <a:xfrm>
            <a:off x="1097280" y="9601200"/>
            <a:ext cx="22219920" cy="1828800"/>
          </a:xfrm>
          <a:prstGeom prst="rect">
            <a:avLst/>
          </a:prstGeom>
          <a:noFill/>
        </p:spPr>
        <p:txBody>
          <a:bodyPr wrap="square">
            <a:spAutoFit/>
          </a:bodyPr>
          <a:lstStyle/>
          <a:p>
            <a:pPr algn="l">
              <a:lnSpc>
                <a:spcPct val="125000"/>
              </a:lnSpc>
            </a:pPr>
            <a:r>
              <a:rPr sz="2200">
                <a:solidFill>
                  <a:srgbClr val="27282C"/>
                </a:solidFill>
                <a:latin typeface="Inter"/>
              </a:rPr>
              <a:t>• One AST → descriptor pipeline</a:t>
            </a:r>
          </a:p>
          <a:p>
            <a:pPr algn="l">
              <a:lnSpc>
                <a:spcPct val="125000"/>
              </a:lnSpc>
            </a:pPr>
            <a:r>
              <a:rPr sz="2200">
                <a:solidFill>
                  <a:srgbClr val="27282C"/>
                </a:solidFill>
                <a:latin typeface="Inter"/>
              </a:rPr>
              <a:t>• Two consumers, same descriptor types, same iterator</a:t>
            </a:r>
          </a:p>
          <a:p>
            <a:pPr algn="l">
              <a:lnSpc>
                <a:spcPct val="125000"/>
              </a:lnSpc>
            </a:pPr>
            <a:r>
              <a:rPr sz="2200">
                <a:solidFill>
                  <a:srgbClr val="27282C"/>
                </a:solidFill>
                <a:latin typeface="Inter"/>
              </a:rPr>
              <a:t>• SELECT expand and MATCH have the same bottleneck shape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Planner pass</a:t>
            </a:r>
          </a:p>
        </p:txBody>
      </p:sp>
      <p:sp>
        <p:nvSpPr>
          <p:cNvPr id="3" name="Rounded Rectangle 2"/>
          <p:cNvSpPr/>
          <p:nvPr/>
        </p:nvSpPr>
        <p:spPr>
          <a:xfrm>
            <a:off x="1097280" y="4114800"/>
            <a:ext cx="22219920" cy="365760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1900">
                <a:solidFill>
                  <a:srgbClr val="27282C"/>
                </a:solidFill>
                <a:latin typeface="JetBrains Mono"/>
              </a:rPr>
              <a:t>MatchExecutionPlanner.optimizeScheduleWithIntersections()</a:t>
            </a:r>
          </a:p>
          <a:p>
            <a:pPr algn="l">
              <a:lnSpc>
                <a:spcPct val="100000"/>
              </a:lnSpc>
            </a:pPr>
            <a:r>
              <a:rPr sz="1900">
                <a:solidFill>
                  <a:srgbClr val="27282C"/>
                </a:solidFill>
                <a:latin typeface="JetBrains Mono"/>
              </a:rPr>
              <a:t> </a:t>
            </a:r>
          </a:p>
          <a:p>
            <a:pPr algn="l">
              <a:lnSpc>
                <a:spcPct val="100000"/>
              </a:lnSpc>
            </a:pPr>
            <a:r>
              <a:rPr sz="1900">
                <a:solidFill>
                  <a:srgbClr val="6E7585"/>
                </a:solidFill>
                <a:latin typeface="JetBrains Mono"/>
              </a:rPr>
              <a:t>  // Runs AFTER cost-based edge reordering</a:t>
            </a:r>
          </a:p>
          <a:p>
            <a:pPr algn="l">
              <a:lnSpc>
                <a:spcPct val="100000"/>
              </a:lnSpc>
            </a:pPr>
            <a:r>
              <a:rPr sz="1900">
                <a:solidFill>
                  <a:srgbClr val="27282C"/>
                </a:solidFill>
                <a:latin typeface="JetBrains Mono"/>
              </a:rPr>
              <a:t>  for each scheduled edge:</a:t>
            </a:r>
          </a:p>
          <a:p>
            <a:pPr algn="l">
              <a:lnSpc>
                <a:spcPct val="100000"/>
              </a:lnSpc>
            </a:pPr>
            <a:r>
              <a:rPr sz="1900">
                <a:solidFill>
                  <a:srgbClr val="27282C"/>
                </a:solidFill>
                <a:latin typeface="JetBrains Mono"/>
              </a:rPr>
              <a:t>    if target.WHERE has selectivity estimate below threshold:</a:t>
            </a:r>
          </a:p>
          <a:p>
            <a:pPr algn="l">
              <a:lnSpc>
                <a:spcPct val="100000"/>
              </a:lnSpc>
            </a:pPr>
            <a:r>
              <a:rPr sz="1900">
                <a:solidFill>
                  <a:srgbClr val="27282C"/>
                </a:solidFill>
                <a:latin typeface="JetBrains Mono"/>
              </a:rPr>
              <a:t>      attach RidFilterDescriptor to the EdgeTraversal</a:t>
            </a:r>
          </a:p>
        </p:txBody>
      </p:sp>
      <p:sp>
        <p:nvSpPr>
          <p:cNvPr id="4" name="TextBox 3"/>
          <p:cNvSpPr txBox="1"/>
          <p:nvPr/>
        </p:nvSpPr>
        <p:spPr>
          <a:xfrm>
            <a:off x="1097280" y="8229600"/>
            <a:ext cx="22219920" cy="2743200"/>
          </a:xfrm>
          <a:prstGeom prst="rect">
            <a:avLst/>
          </a:prstGeom>
          <a:noFill/>
        </p:spPr>
        <p:txBody>
          <a:bodyPr wrap="square">
            <a:spAutoFit/>
          </a:bodyPr>
          <a:lstStyle/>
          <a:p>
            <a:pPr algn="l">
              <a:lnSpc>
                <a:spcPct val="125000"/>
              </a:lnSpc>
            </a:pPr>
            <a:r>
              <a:rPr sz="2200">
                <a:solidFill>
                  <a:srgbClr val="27282C"/>
                </a:solidFill>
                <a:latin typeface="Inter"/>
              </a:rPr>
              <a:t>• Second pass — first pass reorders edges by cost</a:t>
            </a:r>
          </a:p>
          <a:p>
            <a:pPr algn="l">
              <a:lnSpc>
                <a:spcPct val="125000"/>
              </a:lnSpc>
            </a:pPr>
            <a:r>
              <a:rPr sz="2200">
                <a:solidFill>
                  <a:srgbClr val="27282C"/>
                </a:solidFill>
                <a:latin typeface="Inter"/>
              </a:rPr>
              <a:t>• Reuses existing cost-model selectivity estimate</a:t>
            </a:r>
          </a:p>
          <a:p>
            <a:pPr algn="l">
              <a:lnSpc>
                <a:spcPct val="125000"/>
              </a:lnSpc>
            </a:pPr>
            <a:r>
              <a:rPr sz="2200">
                <a:solidFill>
                  <a:srgbClr val="27282C"/>
                </a:solidFill>
                <a:latin typeface="Inter"/>
              </a:rPr>
              <a:t>• No pre-filter attached on edges where it would not pay 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Adjacency intersection in pictures</a:t>
            </a:r>
          </a:p>
        </p:txBody>
      </p:sp>
      <p:pic>
        <p:nvPicPr>
          <p:cNvPr id="3" name="Picture 2" descr="image.png"/>
          <p:cNvPicPr>
            <a:picLocks noChangeAspect="1"/>
          </p:cNvPicPr>
          <p:nvPr/>
        </p:nvPicPr>
        <p:blipFill>
          <a:blip r:embed="rId2"/>
          <a:stretch>
            <a:fillRect/>
          </a:stretch>
        </p:blipFill>
        <p:spPr>
          <a:xfrm>
            <a:off x="1371600" y="3657600"/>
            <a:ext cx="21488400" cy="10870602"/>
          </a:xfrm>
          <a:prstGeom prst="rect">
            <a:avLst/>
          </a:prstGeom>
        </p:spPr>
      </p:pic>
      <p:sp>
        <p:nvSpPr>
          <p:cNvPr id="4" name="TextBox 3"/>
          <p:cNvSpPr txBox="1"/>
          <p:nvPr/>
        </p:nvSpPr>
        <p:spPr>
          <a:xfrm>
            <a:off x="1097280" y="10515600"/>
            <a:ext cx="22219920" cy="1828800"/>
          </a:xfrm>
          <a:prstGeom prst="rect">
            <a:avLst/>
          </a:prstGeom>
          <a:noFill/>
        </p:spPr>
        <p:txBody>
          <a:bodyPr wrap="square">
            <a:spAutoFit/>
          </a:bodyPr>
          <a:lstStyle/>
          <a:p>
            <a:pPr algn="l">
              <a:lnSpc>
                <a:spcPct val="125000"/>
              </a:lnSpc>
            </a:pPr>
            <a:r>
              <a:rPr sz="2200">
                <a:solidFill>
                  <a:srgbClr val="27282C"/>
                </a:solidFill>
                <a:latin typeface="Inter"/>
              </a:rPr>
              <a:t>• Backed by </a:t>
            </a:r>
            <a:r>
              <a:rPr sz="2200" b="1">
                <a:solidFill>
                  <a:srgbClr val="FC801D"/>
                </a:solidFill>
                <a:latin typeface="Inter"/>
              </a:rPr>
              <a:t>RidSet</a:t>
            </a:r>
            <a:r>
              <a:rPr sz="2200">
                <a:solidFill>
                  <a:srgbClr val="27282C"/>
                </a:solidFill>
                <a:latin typeface="Inter"/>
              </a:rPr>
              <a:t>: IntMap + Roaring64Bitmap (PR #781)</a:t>
            </a:r>
          </a:p>
          <a:p>
            <a:pPr algn="l">
              <a:lnSpc>
                <a:spcPct val="125000"/>
              </a:lnSpc>
            </a:pPr>
            <a:r>
              <a:rPr sz="2200">
                <a:solidFill>
                  <a:srgbClr val="27282C"/>
                </a:solidFill>
                <a:latin typeface="Inter"/>
              </a:rPr>
              <a:t>• Probe is O(1) per LinkBag entry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What changes after #822</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WHERE @class = 'X' after expand: target class skipped without I/O</a:t>
            </a:r>
          </a:p>
          <a:p>
            <a:pPr algn="l">
              <a:lnSpc>
                <a:spcPct val="125000"/>
              </a:lnSpc>
            </a:pPr>
            <a:r>
              <a:rPr sz="2600">
                <a:solidFill>
                  <a:srgbClr val="27282C"/>
                </a:solidFill>
                <a:latin typeface="Inter"/>
              </a:rPr>
              <a:t>• Indexed property filter on target: RID set intersected with LinkBag during iteration</a:t>
            </a:r>
          </a:p>
          <a:p>
            <a:pPr algn="l">
              <a:lnSpc>
                <a:spcPct val="125000"/>
              </a:lnSpc>
            </a:pPr>
            <a:r>
              <a:rPr sz="2600">
                <a:solidFill>
                  <a:srgbClr val="27282C"/>
                </a:solidFill>
                <a:latin typeface="Inter"/>
              </a:rPr>
              <a:t>• Adjacency intersection: forward LinkBag ∩ reverse LinkBag from a bound vertex</a:t>
            </a:r>
          </a:p>
          <a:p>
            <a:pPr algn="l">
              <a:lnSpc>
                <a:spcPct val="125000"/>
              </a:lnSpc>
            </a:pPr>
            <a:r>
              <a:rPr sz="2600">
                <a:solidFill>
                  <a:srgbClr val="27282C"/>
                </a:solidFill>
                <a:latin typeface="Inter"/>
              </a:rPr>
              <a:t>• Planner attaches descriptors per edge during </a:t>
            </a:r>
            <a:r>
              <a:rPr sz="2600" b="1">
                <a:solidFill>
                  <a:srgbClr val="FC801D"/>
                </a:solidFill>
                <a:latin typeface="Inter"/>
              </a:rPr>
              <a:t>optimizeScheduleWithIntersections</a:t>
            </a:r>
          </a:p>
          <a:p>
            <a:pPr algn="l">
              <a:lnSpc>
                <a:spcPct val="125000"/>
              </a:lnSpc>
            </a:pPr>
            <a:r>
              <a:rPr sz="2600">
                <a:solidFill>
                  <a:srgbClr val="27282C"/>
                </a:solidFill>
                <a:latin typeface="Inter"/>
              </a:rPr>
              <a:t>• → See closing slide for cumulative measured impact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What #822 left on the table</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One selectivity formula for all descriptor types: </a:t>
            </a:r>
            <a:r>
              <a:rPr sz="2600" b="1">
                <a:solidFill>
                  <a:srgbClr val="FC801D"/>
                </a:solidFill>
                <a:latin typeface="Inter"/>
              </a:rPr>
              <a:t>ridSetSize / linkBagSize</a:t>
            </a:r>
          </a:p>
          <a:p>
            <a:pPr algn="l">
              <a:lnSpc>
                <a:spcPct val="125000"/>
              </a:lnSpc>
            </a:pPr>
            <a:r>
              <a:rPr sz="2600">
                <a:solidFill>
                  <a:srgbClr val="27282C"/>
                </a:solidFill>
                <a:latin typeface="Inter"/>
              </a:rPr>
              <a:t>• RID literals and parameters not handled: @rid = #12:0, @rid = :param slipped through</a:t>
            </a:r>
          </a:p>
          <a:p>
            <a:pPr algn="l">
              <a:lnSpc>
                <a:spcPct val="125000"/>
              </a:lnSpc>
            </a:pPr>
            <a:r>
              <a:rPr sz="2600">
                <a:solidFill>
                  <a:srgbClr val="27282C"/>
                </a:solidFill>
                <a:latin typeface="Inter"/>
              </a:rPr>
              <a:t>• BETWEEN not recognised as an indexable range</a:t>
            </a:r>
          </a:p>
          <a:p>
            <a:pPr algn="l">
              <a:lnSpc>
                <a:spcPct val="125000"/>
              </a:lnSpc>
            </a:pPr>
            <a:r>
              <a:rPr sz="2600">
                <a:solidFill>
                  <a:srgbClr val="27282C"/>
                </a:solidFill>
                <a:latin typeface="Inter"/>
              </a:rPr>
              <a:t>• No observability: PROFILE did not say whether pre-filter fired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PR #923 — Why 90 tests</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Pre-filter is </a:t>
            </a:r>
            <a:r>
              <a:rPr sz="2600" b="1">
                <a:solidFill>
                  <a:srgbClr val="FC801D"/>
                </a:solidFill>
                <a:latin typeface="Inter"/>
              </a:rPr>
              <a:t>invisible</a:t>
            </a:r>
            <a:r>
              <a:rPr sz="2600">
                <a:solidFill>
                  <a:srgbClr val="27282C"/>
                </a:solidFill>
                <a:latin typeface="Inter"/>
              </a:rPr>
              <a:t> in query results</a:t>
            </a:r>
          </a:p>
          <a:p>
            <a:pPr algn="l">
              <a:lnSpc>
                <a:spcPct val="125000"/>
              </a:lnSpc>
            </a:pPr>
            <a:r>
              <a:rPr sz="2600">
                <a:solidFill>
                  <a:srgbClr val="27282C"/>
                </a:solidFill>
                <a:latin typeface="Inter"/>
              </a:rPr>
              <a:t>• Visible only in EXPLAIN plan shape</a:t>
            </a:r>
          </a:p>
          <a:p>
            <a:pPr algn="l">
              <a:lnSpc>
                <a:spcPct val="125000"/>
              </a:lnSpc>
            </a:pPr>
            <a:r>
              <a:rPr sz="2600">
                <a:solidFill>
                  <a:srgbClr val="27282C"/>
                </a:solidFill>
                <a:latin typeface="Inter"/>
              </a:rPr>
              <a:t>• Without systematic tests, the next refactor can silently disable it</a:t>
            </a:r>
          </a:p>
          <a:p>
            <a:pPr algn="l">
              <a:lnSpc>
                <a:spcPct val="125000"/>
              </a:lnSpc>
            </a:pPr>
            <a:r>
              <a:rPr sz="2600">
                <a:solidFill>
                  <a:srgbClr val="27282C"/>
                </a:solidFill>
                <a:latin typeface="Inter"/>
              </a:rPr>
              <a:t>• 'Optimization that does not fire' looks identical to 'optimization that fires'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Test coverage matrix</a:t>
            </a:r>
          </a:p>
        </p:txBody>
      </p:sp>
      <p:graphicFrame>
        <p:nvGraphicFramePr>
          <p:cNvPr id="3" name="Table 2"/>
          <p:cNvGraphicFramePr>
            <a:graphicFrameLocks noGrp="1"/>
          </p:cNvGraphicFramePr>
          <p:nvPr/>
        </p:nvGraphicFramePr>
        <p:xfrm>
          <a:off x="1097280" y="4114800"/>
          <a:ext cx="22219919" cy="4572000"/>
        </p:xfrm>
        <a:graphic>
          <a:graphicData uri="http://schemas.openxmlformats.org/drawingml/2006/table">
            <a:tbl>
              <a:tblPr firstRow="1" bandRow="1">
                <a:tableStyleId>{5C22544A-7EE6-4342-B048-85BDC9FD1C3A}</a:tableStyleId>
              </a:tblPr>
              <a:tblGrid>
                <a:gridCol w="5925312"/>
                <a:gridCol w="16294607"/>
              </a:tblGrid>
              <a:tr h="914400">
                <a:tc>
                  <a:txBody>
                    <a:bodyPr wrap="square" lIns="137160" rIns="137160" tIns="73152" bIns="73152"/>
                    <a:lstStyle/>
                    <a:p>
                      <a:pPr algn="l"/>
                      <a:r>
                        <a:rPr sz="2000" b="1">
                          <a:solidFill>
                            <a:srgbClr val="FFFFFF"/>
                          </a:solidFill>
                          <a:latin typeface="Inter"/>
                        </a:rPr>
                        <a:t>Axis</a:t>
                      </a:r>
                    </a:p>
                  </a:txBody>
                  <a:tcPr>
                    <a:solidFill>
                      <a:srgbClr val="087CFA"/>
                    </a:solidFill>
                  </a:tcPr>
                </a:tc>
                <a:tc>
                  <a:txBody>
                    <a:bodyPr wrap="square" lIns="137160" rIns="137160" tIns="73152" bIns="73152"/>
                    <a:lstStyle/>
                    <a:p>
                      <a:pPr algn="l"/>
                      <a:r>
                        <a:rPr sz="2000" b="1">
                          <a:solidFill>
                            <a:srgbClr val="FFFFFF"/>
                          </a:solidFill>
                          <a:latin typeface="Inter"/>
                        </a:rPr>
                        <a:t>Coverage</a:t>
                      </a:r>
                    </a:p>
                  </a:txBody>
                  <a:tcPr>
                    <a:solidFill>
                      <a:srgbClr val="087CFA"/>
                    </a:solidFill>
                  </a:tcPr>
                </a:tc>
              </a:tr>
              <a:tr h="914400">
                <a:tc>
                  <a:txBody>
                    <a:bodyPr wrap="square" lIns="137160" rIns="137160" tIns="73152" bIns="73152"/>
                    <a:lstStyle/>
                    <a:p>
                      <a:pPr algn="l"/>
                      <a:r>
                        <a:rPr sz="2000">
                          <a:solidFill>
                            <a:srgbClr val="27282C"/>
                          </a:solidFill>
                          <a:latin typeface="Inter"/>
                        </a:rPr>
                        <a:t>Descriptor types</a:t>
                      </a:r>
                    </a:p>
                  </a:txBody>
                  <a:tcPr>
                    <a:solidFill>
                      <a:srgbClr val="FFFFFF"/>
                    </a:solidFill>
                  </a:tcPr>
                </a:tc>
                <a:tc>
                  <a:txBody>
                    <a:bodyPr wrap="square" lIns="137160" rIns="137160" tIns="73152" bIns="73152"/>
                    <a:lstStyle/>
                    <a:p>
                      <a:pPr algn="l"/>
                      <a:r>
                        <a:rPr sz="2000">
                          <a:solidFill>
                            <a:srgbClr val="27282C"/>
                          </a:solidFill>
                          <a:latin typeface="Inter"/>
                        </a:rPr>
                        <a:t>4 (IndexLookup, EdgeRidLookup, DirectRid, Composite)</a:t>
                      </a:r>
                    </a:p>
                  </a:txBody>
                  <a:tcPr>
                    <a:solidFill>
                      <a:srgbClr val="FFFFFF"/>
                    </a:solidFill>
                  </a:tcPr>
                </a:tc>
              </a:tr>
              <a:tr h="914400">
                <a:tc>
                  <a:txBody>
                    <a:bodyPr wrap="square" lIns="137160" rIns="137160" tIns="73152" bIns="73152"/>
                    <a:lstStyle/>
                    <a:p>
                      <a:pPr algn="l"/>
                      <a:r>
                        <a:rPr sz="2000">
                          <a:solidFill>
                            <a:srgbClr val="27282C"/>
                          </a:solidFill>
                          <a:latin typeface="Inter"/>
                        </a:rPr>
                        <a:t>Graph topologies</a:t>
                      </a:r>
                    </a:p>
                  </a:txBody>
                  <a:tcPr>
                    <a:solidFill>
                      <a:srgbClr val="F5F7FB"/>
                    </a:solidFill>
                  </a:tcPr>
                </a:tc>
                <a:tc>
                  <a:txBody>
                    <a:bodyPr wrap="square" lIns="137160" rIns="137160" tIns="73152" bIns="73152"/>
                    <a:lstStyle/>
                    <a:p>
                      <a:pPr algn="l"/>
                      <a:r>
                        <a:rPr sz="2000">
                          <a:solidFill>
                            <a:srgbClr val="27282C"/>
                          </a:solidFill>
                          <a:latin typeface="Inter"/>
                        </a:rPr>
                        <a:t>11 (linear, star, diamond, triangle, tree, bipartite, self-ref, multi-edge, fan-out, fan-in, isolated)</a:t>
                      </a:r>
                    </a:p>
                  </a:txBody>
                  <a:tcPr>
                    <a:solidFill>
                      <a:srgbClr val="F5F7FB"/>
                    </a:solidFill>
                  </a:tcPr>
                </a:tc>
              </a:tr>
              <a:tr h="914400">
                <a:tc>
                  <a:txBody>
                    <a:bodyPr wrap="square" lIns="137160" rIns="137160" tIns="73152" bIns="73152"/>
                    <a:lstStyle/>
                    <a:p>
                      <a:pPr algn="l"/>
                      <a:r>
                        <a:rPr sz="2000">
                          <a:solidFill>
                            <a:srgbClr val="27282C"/>
                          </a:solidFill>
                          <a:latin typeface="Inter"/>
                        </a:rPr>
                        <a:t>Edge methods</a:t>
                      </a:r>
                    </a:p>
                  </a:txBody>
                  <a:tcPr>
                    <a:solidFill>
                      <a:srgbClr val="FFFFFF"/>
                    </a:solidFill>
                  </a:tcPr>
                </a:tc>
                <a:tc>
                  <a:txBody>
                    <a:bodyPr wrap="square" lIns="137160" rIns="137160" tIns="73152" bIns="73152"/>
                    <a:lstStyle/>
                    <a:p>
                      <a:pPr algn="l"/>
                      <a:r>
                        <a:rPr sz="2000">
                          <a:solidFill>
                            <a:srgbClr val="27282C"/>
                          </a:solidFill>
                          <a:latin typeface="Inter"/>
                        </a:rPr>
                        <a:t>6 (out, in, outE+inV, inE+outV, bothE, both)</a:t>
                      </a:r>
                    </a:p>
                  </a:txBody>
                  <a:tcPr>
                    <a:solidFill>
                      <a:srgbClr val="FFFFFF"/>
                    </a:solidFill>
                  </a:tcPr>
                </a:tc>
              </a:tr>
              <a:tr h="914400">
                <a:tc>
                  <a:txBody>
                    <a:bodyPr wrap="square" lIns="137160" rIns="137160" tIns="73152" bIns="73152"/>
                    <a:lstStyle/>
                    <a:p>
                      <a:pPr algn="l"/>
                      <a:r>
                        <a:rPr sz="2000">
                          <a:solidFill>
                            <a:srgbClr val="27282C"/>
                          </a:solidFill>
                          <a:latin typeface="Inter"/>
                        </a:rPr>
                        <a:t>Negative tests</a:t>
                      </a:r>
                    </a:p>
                  </a:txBody>
                  <a:tcPr>
                    <a:solidFill>
                      <a:srgbClr val="F5F7FB"/>
                    </a:solidFill>
                  </a:tcPr>
                </a:tc>
                <a:tc>
                  <a:txBody>
                    <a:bodyPr wrap="square" lIns="137160" rIns="137160" tIns="73152" bIns="73152"/>
                    <a:lstStyle/>
                    <a:p>
                      <a:pPr algn="l"/>
                      <a:r>
                        <a:rPr sz="2000">
                          <a:solidFill>
                            <a:srgbClr val="27282C"/>
                          </a:solidFill>
                          <a:latin typeface="Inter"/>
                        </a:rPr>
                        <a:t>20 (cases where pre-filter must NOT fire)</a:t>
                      </a:r>
                    </a:p>
                  </a:txBody>
                  <a:tcPr>
                    <a:solidFill>
                      <a:srgbClr val="F5F7FB"/>
                    </a:solidFill>
                  </a:tcPr>
                </a:tc>
              </a:tr>
            </a:tbl>
          </a:graphicData>
        </a:graphic>
      </p:graphicFrame>
      <p:sp>
        <p:nvSpPr>
          <p:cNvPr id="4" name="TextBox 3"/>
          <p:cNvSpPr txBox="1"/>
          <p:nvPr/>
        </p:nvSpPr>
        <p:spPr>
          <a:xfrm>
            <a:off x="1097280" y="9144000"/>
            <a:ext cx="22219920" cy="1828800"/>
          </a:xfrm>
          <a:prstGeom prst="rect">
            <a:avLst/>
          </a:prstGeom>
          <a:noFill/>
        </p:spPr>
        <p:txBody>
          <a:bodyPr wrap="square">
            <a:spAutoFit/>
          </a:bodyPr>
          <a:lstStyle/>
          <a:p>
            <a:pPr algn="l">
              <a:lnSpc>
                <a:spcPct val="125000"/>
              </a:lnSpc>
            </a:pPr>
            <a:r>
              <a:rPr sz="2200">
                <a:solidFill>
                  <a:srgbClr val="27282C"/>
                </a:solidFill>
                <a:latin typeface="Inter"/>
              </a:rPr>
              <a:t>• Every positive test asserts the </a:t>
            </a:r>
            <a:r>
              <a:rPr sz="2200" b="1">
                <a:solidFill>
                  <a:srgbClr val="FC801D"/>
                </a:solidFill>
                <a:latin typeface="Inter"/>
              </a:rPr>
              <a:t>descriptor type in EXPLAIN</a:t>
            </a:r>
          </a:p>
          <a:p>
            <a:pPr algn="l">
              <a:lnSpc>
                <a:spcPct val="125000"/>
              </a:lnSpc>
            </a:pPr>
            <a:r>
              <a:rPr sz="2200">
                <a:solidFill>
                  <a:srgbClr val="27282C"/>
                </a:solidFill>
                <a:latin typeface="Inter"/>
              </a:rPr>
              <a:t>• Every negative test has a comment explaining why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Two fixes that fell out of writing tests</a:t>
            </a:r>
          </a:p>
        </p:txBody>
      </p:sp>
      <p:sp>
        <p:nvSpPr>
          <p:cNvPr id="3" name="TextBox 2"/>
          <p:cNvSpPr txBox="1"/>
          <p:nvPr/>
        </p:nvSpPr>
        <p:spPr>
          <a:xfrm>
            <a:off x="1097280" y="4114800"/>
            <a:ext cx="22219920" cy="4572000"/>
          </a:xfrm>
          <a:prstGeom prst="rect">
            <a:avLst/>
          </a:prstGeom>
          <a:noFill/>
        </p:spPr>
        <p:txBody>
          <a:bodyPr wrap="square">
            <a:spAutoFit/>
          </a:bodyPr>
          <a:lstStyle/>
          <a:p>
            <a:pPr algn="l">
              <a:lnSpc>
                <a:spcPct val="125000"/>
              </a:lnSpc>
            </a:pPr>
            <a:r>
              <a:rPr sz="2200">
                <a:solidFill>
                  <a:srgbClr val="27282C"/>
                </a:solidFill>
                <a:latin typeface="Inter"/>
              </a:rPr>
              <a:t>• </a:t>
            </a:r>
            <a:r>
              <a:rPr sz="2200" b="1">
                <a:solidFill>
                  <a:srgbClr val="FC801D"/>
                </a:solidFill>
                <a:latin typeface="Inter"/>
              </a:rPr>
              <a:t>DirectRid singleton:</a:t>
            </a:r>
            <a:r>
              <a:rPr sz="2200">
                <a:solidFill>
                  <a:srgbClr val="27282C"/>
                </a:solidFill>
                <a:latin typeface="Inter"/>
              </a:rPr>
              <a:t> WHERE @rid = #12:0 or :param now creates a singleton intersection. Was silently skipped.</a:t>
            </a:r>
          </a:p>
          <a:p>
            <a:pPr algn="l">
              <a:lnSpc>
                <a:spcPct val="125000"/>
              </a:lnSpc>
            </a:pPr>
            <a:r>
              <a:rPr sz="2200">
                <a:solidFill>
                  <a:srgbClr val="27282C"/>
                </a:solidFill>
                <a:latin typeface="Inter"/>
              </a:rPr>
              <a:t>• </a:t>
            </a:r>
            <a:r>
              <a:rPr sz="2200" b="1">
                <a:solidFill>
                  <a:srgbClr val="FC801D"/>
                </a:solidFill>
                <a:latin typeface="Inter"/>
              </a:rPr>
              <a:t>BETWEEN as range:</a:t>
            </a:r>
            <a:r>
              <a:rPr sz="2200">
                <a:solidFill>
                  <a:srgbClr val="27282C"/>
                </a:solidFill>
                <a:latin typeface="Inter"/>
              </a:rPr>
              <a:t> SQLBetweenCondition.flatten() rewrites val BETWEEN low AND high → val &gt;= low AND val &lt;= high. Existing index infra now recognises it.</a:t>
            </a:r>
          </a:p>
        </p:txBody>
      </p:sp>
      <p:sp>
        <p:nvSpPr>
          <p:cNvPr id="4" name="TextBox 3"/>
          <p:cNvSpPr txBox="1"/>
          <p:nvPr/>
        </p:nvSpPr>
        <p:spPr>
          <a:xfrm>
            <a:off x="1097280" y="9144000"/>
            <a:ext cx="22219920" cy="1828800"/>
          </a:xfrm>
          <a:prstGeom prst="rect">
            <a:avLst/>
          </a:prstGeom>
          <a:noFill/>
        </p:spPr>
        <p:txBody>
          <a:bodyPr wrap="square">
            <a:spAutoFit/>
          </a:bodyPr>
          <a:lstStyle/>
          <a:p>
            <a:pPr algn="l">
              <a:lnSpc>
                <a:spcPct val="125000"/>
              </a:lnSpc>
            </a:pPr>
            <a:r>
              <a:rPr sz="2200">
                <a:solidFill>
                  <a:srgbClr val="27282C"/>
                </a:solidFill>
                <a:latin typeface="Inter"/>
              </a:rPr>
              <a:t>• Both fixes were invisible without the test suite</a:t>
            </a:r>
          </a:p>
          <a:p>
            <a:pPr algn="l">
              <a:lnSpc>
                <a:spcPct val="125000"/>
              </a:lnSpc>
            </a:pPr>
            <a:r>
              <a:rPr sz="2200">
                <a:solidFill>
                  <a:srgbClr val="27282C"/>
                </a:solidFill>
                <a:latin typeface="Inter"/>
              </a:rPr>
              <a:t>• Writing tests is faster than reviewing for completeness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PR #973 — Problem after #822 deployment</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All descriptor types shared one formula: </a:t>
            </a:r>
            <a:r>
              <a:rPr sz="2600" b="1">
                <a:solidFill>
                  <a:srgbClr val="FC801D"/>
                </a:solidFill>
                <a:latin typeface="Inter"/>
              </a:rPr>
              <a:t>ridSetSize / linkBagSize</a:t>
            </a:r>
          </a:p>
          <a:p>
            <a:pPr algn="l">
              <a:lnSpc>
                <a:spcPct val="125000"/>
              </a:lnSpc>
            </a:pPr>
            <a:r>
              <a:rPr sz="2600">
                <a:solidFill>
                  <a:srgbClr val="27282C"/>
                </a:solidFill>
                <a:latin typeface="Inter"/>
              </a:rPr>
              <a:t>• That ratio is </a:t>
            </a:r>
            <a:r>
              <a:rPr sz="2600" b="1">
                <a:solidFill>
                  <a:srgbClr val="FC801D"/>
                </a:solidFill>
                <a:latin typeface="Inter"/>
              </a:rPr>
              <a:t>per-vertex overlap</a:t>
            </a:r>
          </a:p>
          <a:p>
            <a:pPr algn="l">
              <a:lnSpc>
                <a:spcPct val="125000"/>
              </a:lnSpc>
            </a:pPr>
            <a:r>
              <a:rPr sz="2600">
                <a:solidFill>
                  <a:srgbClr val="27282C"/>
                </a:solidFill>
                <a:latin typeface="Inter"/>
              </a:rPr>
              <a:t>• Correct semantics for EdgeRidLookup (LinkBag changes per source vertex)</a:t>
            </a:r>
          </a:p>
          <a:p>
            <a:pPr algn="l">
              <a:lnSpc>
                <a:spcPct val="125000"/>
              </a:lnSpc>
            </a:pPr>
            <a:r>
              <a:rPr sz="2600">
                <a:solidFill>
                  <a:srgbClr val="27282C"/>
                </a:solidFill>
                <a:latin typeface="Inter"/>
              </a:rPr>
              <a:t>• </a:t>
            </a:r>
            <a:r>
              <a:rPr sz="2600" b="1">
                <a:solidFill>
                  <a:srgbClr val="FC801D"/>
                </a:solidFill>
                <a:latin typeface="Inter"/>
              </a:rPr>
              <a:t>Wrong semantics for IndexLookup</a:t>
            </a:r>
            <a:r>
              <a:rPr sz="2600">
                <a:solidFill>
                  <a:srgbClr val="27282C"/>
                </a:solidFill>
                <a:latin typeface="Inter"/>
              </a:rPr>
              <a:t> (the RID set is class-level, constant per query)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Per-descriptor selectivity</a:t>
            </a:r>
          </a:p>
        </p:txBody>
      </p:sp>
      <p:sp>
        <p:nvSpPr>
          <p:cNvPr id="3" name="Rounded Rectangle 2"/>
          <p:cNvSpPr/>
          <p:nvPr/>
        </p:nvSpPr>
        <p:spPr>
          <a:xfrm>
            <a:off x="1097280" y="4114800"/>
            <a:ext cx="22219920" cy="411480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1800">
                <a:solidFill>
                  <a:srgbClr val="27282C"/>
                </a:solidFill>
                <a:latin typeface="JetBrains Mono"/>
              </a:rPr>
              <a:t>sealed interface RidFilterDescriptor {</a:t>
            </a:r>
          </a:p>
          <a:p>
            <a:pPr algn="l">
              <a:lnSpc>
                <a:spcPct val="100000"/>
              </a:lnSpc>
            </a:pPr>
            <a:r>
              <a:rPr sz="1800">
                <a:solidFill>
                  <a:srgbClr val="27282C"/>
                </a:solidFill>
                <a:latin typeface="JetBrains Mono"/>
              </a:rPr>
              <a:t>  boolean passesSelectivityCheck(int linkBagSize, int ridSetSize);</a:t>
            </a:r>
          </a:p>
          <a:p>
            <a:pPr algn="l">
              <a:lnSpc>
                <a:spcPct val="100000"/>
              </a:lnSpc>
            </a:pPr>
            <a:r>
              <a:rPr sz="1800">
                <a:solidFill>
                  <a:srgbClr val="27282C"/>
                </a:solidFill>
                <a:latin typeface="JetBrains Mono"/>
              </a:rPr>
              <a:t>}</a:t>
            </a:r>
          </a:p>
          <a:p>
            <a:pPr algn="l">
              <a:lnSpc>
                <a:spcPct val="100000"/>
              </a:lnSpc>
            </a:pPr>
            <a:r>
              <a:rPr sz="1800">
                <a:solidFill>
                  <a:srgbClr val="27282C"/>
                </a:solidFill>
                <a:latin typeface="JetBrains Mono"/>
              </a:rPr>
              <a:t> </a:t>
            </a:r>
          </a:p>
          <a:p>
            <a:pPr algn="l">
              <a:lnSpc>
                <a:spcPct val="100000"/>
              </a:lnSpc>
            </a:pPr>
            <a:r>
              <a:rPr sz="1800">
                <a:solidFill>
                  <a:srgbClr val="6E7585"/>
                </a:solidFill>
                <a:latin typeface="JetBrains Mono"/>
              </a:rPr>
              <a:t>// DirectRid:     always passes</a:t>
            </a:r>
          </a:p>
          <a:p>
            <a:pPr algn="l">
              <a:lnSpc>
                <a:spcPct val="100000"/>
              </a:lnSpc>
            </a:pPr>
            <a:r>
              <a:rPr sz="1800">
                <a:solidFill>
                  <a:srgbClr val="6E7585"/>
                </a:solidFill>
                <a:latin typeface="JetBrains Mono"/>
              </a:rPr>
              <a:t>// EdgeRidLookup: ridSetSize / linkBagSize ≤ edgeLookupMaxRatio    (0.8)</a:t>
            </a:r>
          </a:p>
          <a:p>
            <a:pPr algn="l">
              <a:lnSpc>
                <a:spcPct val="100000"/>
              </a:lnSpc>
            </a:pPr>
            <a:r>
              <a:rPr sz="1800">
                <a:solidFill>
                  <a:srgbClr val="6E7585"/>
                </a:solidFill>
                <a:latin typeface="JetBrains Mono"/>
              </a:rPr>
              <a:t>// IndexLookup:   class-level selectivity ≤ indexLookupMaxSelectivity (0.95)</a:t>
            </a:r>
          </a:p>
          <a:p>
            <a:pPr algn="l">
              <a:lnSpc>
                <a:spcPct val="100000"/>
              </a:lnSpc>
            </a:pPr>
            <a:r>
              <a:rPr sz="1800">
                <a:solidFill>
                  <a:srgbClr val="6E7585"/>
                </a:solidFill>
                <a:latin typeface="JetBrains Mono"/>
              </a:rPr>
              <a:t>// Composite:     passes if any child passes</a:t>
            </a:r>
          </a:p>
        </p:txBody>
      </p:sp>
      <p:sp>
        <p:nvSpPr>
          <p:cNvPr id="4" name="TextBox 3"/>
          <p:cNvSpPr txBox="1"/>
          <p:nvPr/>
        </p:nvSpPr>
        <p:spPr>
          <a:xfrm>
            <a:off x="1097280" y="8686800"/>
            <a:ext cx="22219920" cy="2286000"/>
          </a:xfrm>
          <a:prstGeom prst="rect">
            <a:avLst/>
          </a:prstGeom>
          <a:noFill/>
        </p:spPr>
        <p:txBody>
          <a:bodyPr wrap="square">
            <a:spAutoFit/>
          </a:bodyPr>
          <a:lstStyle/>
          <a:p>
            <a:pPr algn="l">
              <a:lnSpc>
                <a:spcPct val="125000"/>
              </a:lnSpc>
            </a:pPr>
            <a:r>
              <a:rPr sz="2200">
                <a:solidFill>
                  <a:srgbClr val="27282C"/>
                </a:solidFill>
                <a:latin typeface="Inter"/>
              </a:rPr>
              <a:t>• Each type has its own threshold and its own data source</a:t>
            </a:r>
          </a:p>
          <a:p>
            <a:pPr algn="l">
              <a:lnSpc>
                <a:spcPct val="125000"/>
              </a:lnSpc>
            </a:pPr>
            <a:r>
              <a:rPr sz="2200">
                <a:solidFill>
                  <a:srgbClr val="27282C"/>
                </a:solidFill>
                <a:latin typeface="Inter"/>
              </a:rPr>
              <a:t>• </a:t>
            </a:r>
            <a:r>
              <a:rPr sz="2200" b="1">
                <a:solidFill>
                  <a:srgbClr val="FC801D"/>
                </a:solidFill>
                <a:latin typeface="Inter"/>
              </a:rPr>
              <a:t>IndexLookup</a:t>
            </a:r>
            <a:r>
              <a:rPr sz="2200">
                <a:solidFill>
                  <a:srgbClr val="27282C"/>
                </a:solidFill>
                <a:latin typeface="Inter"/>
              </a:rPr>
              <a:t> looks at class statistics, not per-vertex overlap</a:t>
            </a:r>
          </a:p>
          <a:p>
            <a:pPr algn="l">
              <a:lnSpc>
                <a:spcPct val="125000"/>
              </a:lnSpc>
            </a:pPr>
            <a:r>
              <a:rPr sz="2200">
                <a:solidFill>
                  <a:srgbClr val="27282C"/>
                </a:solidFill>
                <a:latin typeface="Inter"/>
              </a:rPr>
              <a:t>• Defaults from LDBC SF 1 calibration; all configurable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Build cost for IndexLookup</a:t>
            </a:r>
          </a:p>
        </p:txBody>
      </p:sp>
      <p:sp>
        <p:nvSpPr>
          <p:cNvPr id="3" name="TextBox 2"/>
          <p:cNvSpPr txBox="1"/>
          <p:nvPr/>
        </p:nvSpPr>
        <p:spPr>
          <a:xfrm>
            <a:off x="1097280" y="3657600"/>
            <a:ext cx="22219920" cy="3200400"/>
          </a:xfrm>
          <a:prstGeom prst="rect">
            <a:avLst/>
          </a:prstGeom>
          <a:noFill/>
        </p:spPr>
        <p:txBody>
          <a:bodyPr wrap="square">
            <a:spAutoFit/>
          </a:bodyPr>
          <a:lstStyle/>
          <a:p>
            <a:pPr algn="l">
              <a:lnSpc>
                <a:spcPct val="125000"/>
              </a:lnSpc>
            </a:pPr>
            <a:r>
              <a:rPr sz="2200">
                <a:solidFill>
                  <a:srgbClr val="27282C"/>
                </a:solidFill>
                <a:latin typeface="Inter"/>
              </a:rPr>
              <a:t>• </a:t>
            </a:r>
            <a:r>
              <a:rPr sz="2200" b="1">
                <a:solidFill>
                  <a:srgbClr val="FC801D"/>
                </a:solidFill>
                <a:latin typeface="Inter"/>
              </a:rPr>
              <a:t>IndexLookup build</a:t>
            </a:r>
            <a:r>
              <a:rPr sz="2200">
                <a:solidFill>
                  <a:srgbClr val="27282C"/>
                </a:solidFill>
                <a:latin typeface="Inter"/>
              </a:rPr>
              <a:t> = materialise RID set from index</a:t>
            </a:r>
          </a:p>
          <a:p>
            <a:pPr algn="l">
              <a:lnSpc>
                <a:spcPct val="125000"/>
              </a:lnSpc>
            </a:pPr>
            <a:r>
              <a:rPr sz="2200">
                <a:solidFill>
                  <a:srgbClr val="27282C"/>
                </a:solidFill>
                <a:latin typeface="Inter"/>
              </a:rPr>
              <a:t>• Cost: one index scan, allocates a RidSet</a:t>
            </a:r>
          </a:p>
          <a:p>
            <a:pPr algn="l">
              <a:lnSpc>
                <a:spcPct val="125000"/>
              </a:lnSpc>
            </a:pPr>
            <a:r>
              <a:rPr sz="2200">
                <a:solidFill>
                  <a:srgbClr val="27282C"/>
                </a:solidFill>
                <a:latin typeface="Inter"/>
              </a:rPr>
              <a:t>• One-time cost per query, charged on the first qualifying vertex</a:t>
            </a:r>
          </a:p>
          <a:p>
            <a:pPr algn="l">
              <a:lnSpc>
                <a:spcPct val="125000"/>
              </a:lnSpc>
            </a:pPr>
            <a:r>
              <a:rPr sz="2200">
                <a:solidFill>
                  <a:srgbClr val="27282C"/>
                </a:solidFill>
                <a:latin typeface="Inter"/>
              </a:rPr>
              <a:t>• Question: does the traversal volume justify the build?</a:t>
            </a:r>
          </a:p>
        </p:txBody>
      </p:sp>
      <p:sp>
        <p:nvSpPr>
          <p:cNvPr id="4" name="TextBox 3"/>
          <p:cNvSpPr txBox="1"/>
          <p:nvPr/>
        </p:nvSpPr>
        <p:spPr>
          <a:xfrm>
            <a:off x="1097280" y="7132320"/>
            <a:ext cx="22219920" cy="640080"/>
          </a:xfrm>
          <a:prstGeom prst="rect">
            <a:avLst/>
          </a:prstGeom>
          <a:noFill/>
        </p:spPr>
        <p:txBody>
          <a:bodyPr wrap="square">
            <a:spAutoFit/>
          </a:bodyPr>
          <a:lstStyle/>
          <a:p>
            <a:pPr>
              <a:defRPr sz="2200" b="1">
                <a:solidFill>
                  <a:srgbClr val="6B57FF"/>
                </a:solidFill>
                <a:latin typeface="Inter"/>
              </a:defRPr>
            </a:pPr>
            <a:r>
              <a:t>Break-even formula:</a:t>
            </a:r>
          </a:p>
        </p:txBody>
      </p:sp>
      <p:sp>
        <p:nvSpPr>
          <p:cNvPr id="5" name="Rounded Rectangle 4"/>
          <p:cNvSpPr/>
          <p:nvPr/>
        </p:nvSpPr>
        <p:spPr>
          <a:xfrm>
            <a:off x="1097280" y="7863840"/>
            <a:ext cx="22219920" cy="109728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2400">
                <a:solidFill>
                  <a:srgbClr val="27282C"/>
                </a:solidFill>
                <a:latin typeface="JetBrains Mono"/>
              </a:rPr>
              <a:t>m = estimatedSize / (loadToScanRatio × (1 − selectivity))</a:t>
            </a:r>
          </a:p>
        </p:txBody>
      </p:sp>
      <p:sp>
        <p:nvSpPr>
          <p:cNvPr id="6" name="TextBox 5"/>
          <p:cNvSpPr txBox="1"/>
          <p:nvPr/>
        </p:nvSpPr>
        <p:spPr>
          <a:xfrm>
            <a:off x="1097280" y="9326880"/>
            <a:ext cx="22219920" cy="1828800"/>
          </a:xfrm>
          <a:prstGeom prst="rect">
            <a:avLst/>
          </a:prstGeom>
          <a:noFill/>
        </p:spPr>
        <p:txBody>
          <a:bodyPr wrap="square">
            <a:spAutoFit/>
          </a:bodyPr>
          <a:lstStyle/>
          <a:p>
            <a:pPr algn="l">
              <a:lnSpc>
                <a:spcPct val="125000"/>
              </a:lnSpc>
            </a:pPr>
            <a:r>
              <a:rPr sz="2000">
                <a:solidFill>
                  <a:srgbClr val="27282C"/>
                </a:solidFill>
                <a:latin typeface="Inter"/>
              </a:rPr>
              <a:t>• loadToScanRatio ≈ </a:t>
            </a:r>
            <a:r>
              <a:rPr sz="2000" b="1">
                <a:solidFill>
                  <a:srgbClr val="FC801D"/>
                </a:solidFill>
                <a:latin typeface="Inter"/>
              </a:rPr>
              <a:t>100</a:t>
            </a:r>
            <a:r>
              <a:rPr sz="2000">
                <a:solidFill>
                  <a:srgbClr val="27282C"/>
                </a:solidFill>
                <a:latin typeface="Inter"/>
              </a:rPr>
              <a:t> (random vertex load is ~100× a RidSet probe)</a:t>
            </a:r>
          </a:p>
          <a:p>
            <a:pPr algn="l">
              <a:lnSpc>
                <a:spcPct val="125000"/>
              </a:lnSpc>
            </a:pPr>
            <a:r>
              <a:rPr sz="2000">
                <a:solidFill>
                  <a:srgbClr val="27282C"/>
                </a:solidFill>
                <a:latin typeface="Inter"/>
              </a:rPr>
              <a:t>• m is the number of LinkBag entries to filter before the build pays for itself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Two modes: BUILD_EAGER vs DEFERRED_WITH_NET</a:t>
            </a:r>
          </a:p>
        </p:txBody>
      </p:sp>
      <p:pic>
        <p:nvPicPr>
          <p:cNvPr id="3" name="Picture 2" descr="image.png"/>
          <p:cNvPicPr>
            <a:picLocks noChangeAspect="1"/>
          </p:cNvPicPr>
          <p:nvPr/>
        </p:nvPicPr>
        <p:blipFill>
          <a:blip r:embed="rId2"/>
          <a:stretch>
            <a:fillRect/>
          </a:stretch>
        </p:blipFill>
        <p:spPr>
          <a:xfrm>
            <a:off x="1371600" y="3657600"/>
            <a:ext cx="21488400" cy="1087060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Why CLT gate at 30</a:t>
            </a:r>
          </a:p>
        </p:txBody>
      </p:sp>
      <p:pic>
        <p:nvPicPr>
          <p:cNvPr id="3" name="Picture 2" descr="image.png"/>
          <p:cNvPicPr>
            <a:picLocks noChangeAspect="1"/>
          </p:cNvPicPr>
          <p:nvPr/>
        </p:nvPicPr>
        <p:blipFill>
          <a:blip r:embed="rId2"/>
          <a:stretch>
            <a:fillRect/>
          </a:stretch>
        </p:blipFill>
        <p:spPr>
          <a:xfrm>
            <a:off x="1371600" y="3657600"/>
            <a:ext cx="21488400" cy="10113801"/>
          </a:xfrm>
          <a:prstGeom prst="rect">
            <a:avLst/>
          </a:prstGeom>
        </p:spPr>
      </p:pic>
      <p:sp>
        <p:nvSpPr>
          <p:cNvPr id="4" name="TextBox 3"/>
          <p:cNvSpPr txBox="1"/>
          <p:nvPr/>
        </p:nvSpPr>
        <p:spPr>
          <a:xfrm>
            <a:off x="1097280" y="10058400"/>
            <a:ext cx="22219920" cy="1371600"/>
          </a:xfrm>
          <a:prstGeom prst="rect">
            <a:avLst/>
          </a:prstGeom>
          <a:noFill/>
        </p:spPr>
        <p:txBody>
          <a:bodyPr wrap="square">
            <a:spAutoFit/>
          </a:bodyPr>
          <a:lstStyle/>
          <a:p>
            <a:pPr algn="l">
              <a:lnSpc>
                <a:spcPct val="125000"/>
              </a:lnSpc>
            </a:pPr>
            <a:r>
              <a:rPr sz="1800">
                <a:solidFill>
                  <a:srgbClr val="27282C"/>
                </a:solidFill>
                <a:latin typeface="Inter"/>
              </a:rPr>
              <a:t>• forecastN = sourceRows × fanOut_mean → relative error ∝ CV / √N</a:t>
            </a:r>
          </a:p>
          <a:p>
            <a:pPr algn="l">
              <a:lnSpc>
                <a:spcPct val="125000"/>
              </a:lnSpc>
            </a:pPr>
            <a:r>
              <a:rPr sz="1800">
                <a:solidFill>
                  <a:srgbClr val="27282C"/>
                </a:solidFill>
                <a:latin typeface="Inter"/>
              </a:rPr>
              <a:t>• LDBC SNB fan-out is heavy-tail (power-law) → CV is large</a:t>
            </a:r>
          </a:p>
          <a:p>
            <a:pPr algn="l">
              <a:lnSpc>
                <a:spcPct val="125000"/>
              </a:lnSpc>
            </a:pPr>
            <a:r>
              <a:rPr sz="1800">
                <a:solidFill>
                  <a:srgbClr val="27282C"/>
                </a:solidFill>
                <a:latin typeface="Inter"/>
              </a:rPr>
              <a:t>• </a:t>
            </a:r>
            <a:r>
              <a:rPr sz="1800" b="1">
                <a:solidFill>
                  <a:srgbClr val="FC801D"/>
                </a:solidFill>
                <a:latin typeface="Inter"/>
              </a:rPr>
              <a:t>N &lt; 30</a:t>
            </a:r>
            <a:r>
              <a:rPr sz="1800">
                <a:solidFill>
                  <a:srgbClr val="27282C"/>
                </a:solidFill>
                <a:latin typeface="Inter"/>
              </a:rPr>
              <a:t> → forecast essentially random → route to DEFERRED_WITH_NET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Unknown selectivity → REJECT</a:t>
            </a:r>
          </a:p>
        </p:txBody>
      </p:sp>
      <p:sp>
        <p:nvSpPr>
          <p:cNvPr id="3" name="TextBox 2"/>
          <p:cNvSpPr txBox="1"/>
          <p:nvPr/>
        </p:nvSpPr>
        <p:spPr>
          <a:xfrm>
            <a:off x="1097280" y="4114800"/>
            <a:ext cx="22219920" cy="7315200"/>
          </a:xfrm>
          <a:prstGeom prst="rect">
            <a:avLst/>
          </a:prstGeom>
          <a:noFill/>
        </p:spPr>
        <p:txBody>
          <a:bodyPr wrap="square">
            <a:spAutoFit/>
          </a:bodyPr>
          <a:lstStyle/>
          <a:p>
            <a:pPr algn="l">
              <a:lnSpc>
                <a:spcPct val="125000"/>
              </a:lnSpc>
            </a:pPr>
            <a:r>
              <a:rPr sz="2200">
                <a:solidFill>
                  <a:srgbClr val="27282C"/>
                </a:solidFill>
                <a:latin typeface="Inter"/>
              </a:rPr>
              <a:t>• When does estimateSelectivity() return −1?</a:t>
            </a:r>
          </a:p>
          <a:p>
            <a:pPr algn="l" lvl="1">
              <a:lnSpc>
                <a:spcPct val="125000"/>
              </a:lnSpc>
            </a:pPr>
            <a:r>
              <a:rPr sz="2200">
                <a:solidFill>
                  <a:srgbClr val="27282C"/>
                </a:solidFill>
                <a:latin typeface="Inter"/>
              </a:rPr>
              <a:t>  ◦ Histogram missing</a:t>
            </a:r>
          </a:p>
          <a:p>
            <a:pPr algn="l" lvl="1">
              <a:lnSpc>
                <a:spcPct val="125000"/>
              </a:lnSpc>
            </a:pPr>
            <a:r>
              <a:rPr sz="2200">
                <a:solidFill>
                  <a:srgbClr val="27282C"/>
                </a:solidFill>
                <a:latin typeface="Inter"/>
              </a:rPr>
              <a:t>  ◦ Index never loaded</a:t>
            </a:r>
          </a:p>
          <a:p>
            <a:pPr algn="l">
              <a:lnSpc>
                <a:spcPct val="125000"/>
              </a:lnSpc>
            </a:pPr>
            <a:r>
              <a:rPr sz="2200">
                <a:solidFill>
                  <a:srgbClr val="27282C"/>
                </a:solidFill>
                <a:latin typeface="Inter"/>
              </a:rPr>
              <a:t>• </a:t>
            </a:r>
            <a:r>
              <a:rPr sz="2200" b="1">
                <a:solidFill>
                  <a:srgbClr val="FC801D"/>
                </a:solidFill>
                <a:latin typeface="Inter"/>
              </a:rPr>
              <a:t>Old behaviour:</a:t>
            </a:r>
            <a:r>
              <a:rPr sz="2200">
                <a:solidFill>
                  <a:srgbClr val="27282C"/>
                </a:solidFill>
                <a:latin typeface="Inter"/>
              </a:rPr>
              <a:t> optimistic PROCEED, capped by fixed 100K maxRidSetSize</a:t>
            </a:r>
          </a:p>
          <a:p>
            <a:pPr algn="l">
              <a:lnSpc>
                <a:spcPct val="125000"/>
              </a:lnSpc>
            </a:pPr>
            <a:r>
              <a:rPr sz="2200">
                <a:solidFill>
                  <a:srgbClr val="27282C"/>
                </a:solidFill>
                <a:latin typeface="Inter"/>
              </a:rPr>
              <a:t>• </a:t>
            </a:r>
            <a:r>
              <a:rPr sz="2200" b="1">
                <a:solidFill>
                  <a:srgbClr val="FC801D"/>
                </a:solidFill>
                <a:latin typeface="Inter"/>
              </a:rPr>
              <a:t>New behaviour:</a:t>
            </a:r>
            <a:r>
              <a:rPr sz="2200">
                <a:solidFill>
                  <a:srgbClr val="27282C"/>
                </a:solidFill>
                <a:latin typeface="Inter"/>
              </a:rPr>
              <a:t> REJECT, with skip reason STATS_UNAVAILABLE</a:t>
            </a:r>
          </a:p>
          <a:p>
            <a:pPr algn="l">
              <a:lnSpc>
                <a:spcPct val="125000"/>
              </a:lnSpc>
            </a:pPr>
            <a:r>
              <a:rPr sz="2200">
                <a:solidFill>
                  <a:srgbClr val="27282C"/>
                </a:solidFill>
                <a:latin typeface="Inter"/>
              </a:rPr>
              <a:t>• Why: cap is now auto-scaled (up to 10M of RAM), the old safety net is gone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PROFILE output: what you read to debug</a:t>
            </a:r>
          </a:p>
        </p:txBody>
      </p:sp>
      <p:sp>
        <p:nvSpPr>
          <p:cNvPr id="3" name="Rounded Rectangle 2"/>
          <p:cNvSpPr/>
          <p:nvPr/>
        </p:nvSpPr>
        <p:spPr>
          <a:xfrm>
            <a:off x="1097280" y="3657600"/>
            <a:ext cx="22219920" cy="475488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1800">
                <a:solidFill>
                  <a:srgbClr val="27282C"/>
                </a:solidFill>
                <a:latin typeface="JetBrains Mono"/>
              </a:rPr>
              <a:t>MATCH ... PROFILE:</a:t>
            </a:r>
          </a:p>
          <a:p>
            <a:pPr algn="l">
              <a:lnSpc>
                <a:spcPct val="100000"/>
              </a:lnSpc>
            </a:pPr>
            <a:r>
              <a:rPr sz="1800">
                <a:solidFill>
                  <a:srgbClr val="27282C"/>
                </a:solidFill>
                <a:latin typeface="JetBrains Mono"/>
              </a:rPr>
              <a:t> </a:t>
            </a:r>
          </a:p>
          <a:p>
            <a:pPr algn="l">
              <a:lnSpc>
                <a:spcPct val="100000"/>
              </a:lnSpc>
            </a:pPr>
            <a:r>
              <a:rPr sz="1800">
                <a:solidFill>
                  <a:srgbClr val="27282C"/>
                </a:solidFill>
                <a:latin typeface="JetBrains Mono"/>
              </a:rPr>
              <a:t>  edge: forum.containerOf.post.hasCreator</a:t>
            </a:r>
          </a:p>
          <a:p>
            <a:pPr algn="l">
              <a:lnSpc>
                <a:spcPct val="100000"/>
              </a:lnSpc>
            </a:pPr>
            <a:r>
              <a:rPr sz="1800">
                <a:solidFill>
                  <a:srgbClr val="27282C"/>
                </a:solidFill>
                <a:latin typeface="JetBrains Mono"/>
              </a:rPr>
              <a:t>    preFilter: applied=4823, skipped=0, ridSetSize=14210,</a:t>
            </a:r>
          </a:p>
          <a:p>
            <a:pPr algn="l">
              <a:lnSpc>
                <a:spcPct val="100000"/>
              </a:lnSpc>
            </a:pPr>
            <a:r>
              <a:rPr sz="1800">
                <a:solidFill>
                  <a:srgbClr val="27282C"/>
                </a:solidFill>
                <a:latin typeface="JetBrains Mono"/>
              </a:rPr>
              <a:t>               buildTime=2.1ms, filterRate=0.96</a:t>
            </a:r>
          </a:p>
          <a:p>
            <a:pPr algn="l">
              <a:lnSpc>
                <a:spcPct val="100000"/>
              </a:lnSpc>
            </a:pPr>
            <a:r>
              <a:rPr sz="1800">
                <a:solidFill>
                  <a:srgbClr val="27282C"/>
                </a:solidFill>
                <a:latin typeface="JetBrains Mono"/>
              </a:rPr>
              <a:t>    descriptor: EdgeRidLookup</a:t>
            </a:r>
          </a:p>
          <a:p>
            <a:pPr algn="l">
              <a:lnSpc>
                <a:spcPct val="100000"/>
              </a:lnSpc>
            </a:pPr>
            <a:r>
              <a:rPr sz="1800">
                <a:solidFill>
                  <a:srgbClr val="27282C"/>
                </a:solidFill>
                <a:latin typeface="JetBrains Mono"/>
              </a:rPr>
              <a:t> </a:t>
            </a:r>
          </a:p>
          <a:p>
            <a:pPr algn="l">
              <a:lnSpc>
                <a:spcPct val="100000"/>
              </a:lnSpc>
            </a:pPr>
            <a:r>
              <a:rPr sz="1800">
                <a:solidFill>
                  <a:srgbClr val="27282C"/>
                </a:solidFill>
                <a:latin typeface="JetBrains Mono"/>
              </a:rPr>
              <a:t>  edge: post.hasCreator</a:t>
            </a:r>
          </a:p>
          <a:p>
            <a:pPr algn="l">
              <a:lnSpc>
                <a:spcPct val="100000"/>
              </a:lnSpc>
            </a:pPr>
            <a:r>
              <a:rPr sz="1800">
                <a:solidFill>
                  <a:srgbClr val="27282C"/>
                </a:solidFill>
                <a:latin typeface="JetBrains Mono"/>
              </a:rPr>
              <a:t>    preFilter: NEVER APPLIED (reason: STATS_UNAVAILABLE,</a:t>
            </a:r>
          </a:p>
          <a:p>
            <a:pPr algn="l">
              <a:lnSpc>
                <a:spcPct val="100000"/>
              </a:lnSpc>
            </a:pPr>
            <a:r>
              <a:rPr sz="1800">
                <a:solidFill>
                  <a:srgbClr val="27282C"/>
                </a:solidFill>
                <a:latin typeface="JetBrains Mono"/>
              </a:rPr>
              <a:t>               threshold: selectivity != -1)</a:t>
            </a:r>
          </a:p>
          <a:p>
            <a:pPr algn="l">
              <a:lnSpc>
                <a:spcPct val="100000"/>
              </a:lnSpc>
            </a:pPr>
            <a:r>
              <a:rPr sz="1800">
                <a:solidFill>
                  <a:srgbClr val="27282C"/>
                </a:solidFill>
                <a:latin typeface="JetBrains Mono"/>
              </a:rPr>
              <a:t>    descriptor: IndexLookup</a:t>
            </a:r>
          </a:p>
        </p:txBody>
      </p:sp>
      <p:sp>
        <p:nvSpPr>
          <p:cNvPr id="4" name="TextBox 3"/>
          <p:cNvSpPr txBox="1"/>
          <p:nvPr/>
        </p:nvSpPr>
        <p:spPr>
          <a:xfrm>
            <a:off x="1097280" y="8778240"/>
            <a:ext cx="22219920" cy="2286000"/>
          </a:xfrm>
          <a:prstGeom prst="rect">
            <a:avLst/>
          </a:prstGeom>
          <a:noFill/>
        </p:spPr>
        <p:txBody>
          <a:bodyPr wrap="square">
            <a:spAutoFit/>
          </a:bodyPr>
          <a:lstStyle/>
          <a:p>
            <a:pPr algn="l">
              <a:lnSpc>
                <a:spcPct val="125000"/>
              </a:lnSpc>
            </a:pPr>
            <a:r>
              <a:rPr sz="2000">
                <a:solidFill>
                  <a:srgbClr val="27282C"/>
                </a:solidFill>
                <a:latin typeface="Inter"/>
              </a:rPr>
              <a:t>• Per-edge counters: applied / skipped / probed / filtered / buildTime / ridSetSize</a:t>
            </a:r>
          </a:p>
          <a:p>
            <a:pPr algn="l">
              <a:lnSpc>
                <a:spcPct val="125000"/>
              </a:lnSpc>
            </a:pPr>
            <a:r>
              <a:rPr sz="2000">
                <a:solidFill>
                  <a:srgbClr val="27282C"/>
                </a:solidFill>
                <a:latin typeface="Inter"/>
              </a:rPr>
              <a:t>• </a:t>
            </a:r>
            <a:r>
              <a:rPr sz="2000" b="1">
                <a:solidFill>
                  <a:srgbClr val="FC801D"/>
                </a:solidFill>
                <a:latin typeface="Inter"/>
              </a:rPr>
              <a:t>PreFilterSkipReason</a:t>
            </a:r>
            <a:r>
              <a:rPr sz="2000">
                <a:solidFill>
                  <a:srgbClr val="27282C"/>
                </a:solidFill>
                <a:latin typeface="Inter"/>
              </a:rPr>
              <a:t> enum: 8 values</a:t>
            </a:r>
          </a:p>
          <a:p>
            <a:pPr algn="l">
              <a:lnSpc>
                <a:spcPct val="125000"/>
              </a:lnSpc>
            </a:pPr>
            <a:r>
              <a:rPr sz="2000">
                <a:solidFill>
                  <a:srgbClr val="27282C"/>
                </a:solidFill>
                <a:latin typeface="Inter"/>
              </a:rPr>
              <a:t>• Global metric: </a:t>
            </a:r>
            <a:r>
              <a:rPr sz="2000" b="1">
                <a:solidFill>
                  <a:srgbClr val="FC801D"/>
                </a:solidFill>
                <a:latin typeface="Inter"/>
              </a:rPr>
              <a:t>PREFILTER_EFFECTIVENESS</a:t>
            </a:r>
            <a:r>
              <a:rPr sz="2000">
                <a:solidFill>
                  <a:srgbClr val="27282C"/>
                </a:solidFill>
                <a:latin typeface="Inter"/>
              </a:rPr>
              <a:t> (filter-rate aggregated)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Best wins per PR (final JMH against own fork point)</a:t>
            </a:r>
          </a:p>
        </p:txBody>
      </p:sp>
      <p:graphicFrame>
        <p:nvGraphicFramePr>
          <p:cNvPr id="3" name="Table 2"/>
          <p:cNvGraphicFramePr>
            <a:graphicFrameLocks noGrp="1"/>
          </p:cNvGraphicFramePr>
          <p:nvPr/>
        </p:nvGraphicFramePr>
        <p:xfrm>
          <a:off x="1097280" y="3657600"/>
          <a:ext cx="22219918" cy="6217920"/>
        </p:xfrm>
        <a:graphic>
          <a:graphicData uri="http://schemas.openxmlformats.org/drawingml/2006/table">
            <a:tbl>
              <a:tblPr firstRow="1" bandRow="1">
                <a:tableStyleId>{5C22544A-7EE6-4342-B048-85BDC9FD1C3A}</a:tableStyleId>
              </a:tblPr>
              <a:tblGrid>
                <a:gridCol w="2043211"/>
                <a:gridCol w="6129633"/>
                <a:gridCol w="2554013"/>
                <a:gridCol w="2554013"/>
                <a:gridCol w="8939048"/>
              </a:tblGrid>
              <a:tr h="690880">
                <a:tc>
                  <a:txBody>
                    <a:bodyPr wrap="square" lIns="137160" rIns="137160" tIns="73152" bIns="73152"/>
                    <a:lstStyle/>
                    <a:p>
                      <a:pPr algn="l"/>
                      <a:r>
                        <a:rPr sz="1600" b="1">
                          <a:solidFill>
                            <a:srgbClr val="FFFFFF"/>
                          </a:solidFill>
                          <a:latin typeface="Inter"/>
                        </a:rPr>
                        <a:t>PR</a:t>
                      </a:r>
                    </a:p>
                  </a:txBody>
                  <a:tcPr>
                    <a:solidFill>
                      <a:srgbClr val="087CFA"/>
                    </a:solidFill>
                  </a:tcPr>
                </a:tc>
                <a:tc>
                  <a:txBody>
                    <a:bodyPr wrap="square" lIns="137160" rIns="137160" tIns="73152" bIns="73152"/>
                    <a:lstStyle/>
                    <a:p>
                      <a:pPr algn="l"/>
                      <a:r>
                        <a:rPr sz="1600" b="1">
                          <a:solidFill>
                            <a:srgbClr val="FFFFFF"/>
                          </a:solidFill>
                          <a:latin typeface="Inter"/>
                        </a:rPr>
                        <a:t>LDBC query</a:t>
                      </a:r>
                    </a:p>
                  </a:txBody>
                  <a:tcPr>
                    <a:solidFill>
                      <a:srgbClr val="087CFA"/>
                    </a:solidFill>
                  </a:tcPr>
                </a:tc>
                <a:tc>
                  <a:txBody>
                    <a:bodyPr wrap="square" lIns="137160" rIns="137160" tIns="73152" bIns="73152"/>
                    <a:lstStyle/>
                    <a:p>
                      <a:pPr algn="l"/>
                      <a:r>
                        <a:rPr sz="1600" b="1">
                          <a:solidFill>
                            <a:srgbClr val="FFFFFF"/>
                          </a:solidFill>
                          <a:latin typeface="Inter"/>
                        </a:rPr>
                        <a:t>Δ% ST</a:t>
                      </a:r>
                    </a:p>
                  </a:txBody>
                  <a:tcPr>
                    <a:solidFill>
                      <a:srgbClr val="087CFA"/>
                    </a:solidFill>
                  </a:tcPr>
                </a:tc>
                <a:tc>
                  <a:txBody>
                    <a:bodyPr wrap="square" lIns="137160" rIns="137160" tIns="73152" bIns="73152"/>
                    <a:lstStyle/>
                    <a:p>
                      <a:pPr algn="l"/>
                      <a:r>
                        <a:rPr sz="1600" b="1">
                          <a:solidFill>
                            <a:srgbClr val="FFFFFF"/>
                          </a:solidFill>
                          <a:latin typeface="Inter"/>
                        </a:rPr>
                        <a:t>Δ% MT</a:t>
                      </a:r>
                    </a:p>
                  </a:txBody>
                  <a:tcPr>
                    <a:solidFill>
                      <a:srgbClr val="087CFA"/>
                    </a:solidFill>
                  </a:tcPr>
                </a:tc>
                <a:tc>
                  <a:txBody>
                    <a:bodyPr wrap="square" lIns="137160" rIns="137160" tIns="73152" bIns="73152"/>
                    <a:lstStyle/>
                    <a:p>
                      <a:pPr algn="l"/>
                      <a:r>
                        <a:rPr sz="1600" b="1">
                          <a:solidFill>
                            <a:srgbClr val="FFFFFF"/>
                          </a:solidFill>
                          <a:latin typeface="Inter"/>
                        </a:rPr>
                        <a:t>Mechanism</a:t>
                      </a:r>
                    </a:p>
                  </a:txBody>
                  <a:tcPr>
                    <a:solidFill>
                      <a:srgbClr val="087CFA"/>
                    </a:solidFill>
                  </a:tcPr>
                </a:tc>
              </a:tr>
              <a:tr h="690880">
                <a:tc>
                  <a:txBody>
                    <a:bodyPr wrap="square" lIns="137160" rIns="137160" tIns="73152" bIns="73152"/>
                    <a:lstStyle/>
                    <a:p>
                      <a:pPr algn="l"/>
                      <a:r>
                        <a:rPr sz="1600" b="1">
                          <a:solidFill>
                            <a:srgbClr val="FC801D"/>
                          </a:solidFill>
                          <a:latin typeface="Inter"/>
                        </a:rPr>
                        <a:t>#822</a:t>
                      </a:r>
                    </a:p>
                  </a:txBody>
                  <a:tcPr>
                    <a:solidFill>
                      <a:srgbClr val="FFFFFF"/>
                    </a:solidFill>
                  </a:tcPr>
                </a:tc>
                <a:tc>
                  <a:txBody>
                    <a:bodyPr wrap="square" lIns="137160" rIns="137160" tIns="73152" bIns="73152"/>
                    <a:lstStyle/>
                    <a:p>
                      <a:pPr algn="l"/>
                      <a:r>
                        <a:rPr sz="1600">
                          <a:solidFill>
                            <a:srgbClr val="27282C"/>
                          </a:solidFill>
                          <a:latin typeface="Inter"/>
                        </a:rPr>
                        <a:t>IC7 recentLikers</a:t>
                      </a:r>
                    </a:p>
                  </a:txBody>
                  <a:tcPr>
                    <a:solidFill>
                      <a:srgbClr val="FFFFFF"/>
                    </a:solidFill>
                  </a:tcPr>
                </a:tc>
                <a:tc>
                  <a:txBody>
                    <a:bodyPr wrap="square" lIns="137160" rIns="137160" tIns="73152" bIns="73152"/>
                    <a:lstStyle/>
                    <a:p>
                      <a:pPr algn="l"/>
                      <a:r>
                        <a:rPr sz="1600" b="1">
                          <a:solidFill>
                            <a:srgbClr val="FC801D"/>
                          </a:solidFill>
                          <a:latin typeface="Inter"/>
                        </a:rPr>
                        <a:t>+1087%</a:t>
                      </a:r>
                    </a:p>
                  </a:txBody>
                  <a:tcPr>
                    <a:solidFill>
                      <a:srgbClr val="FFFFFF"/>
                    </a:solidFill>
                  </a:tcPr>
                </a:tc>
                <a:tc>
                  <a:txBody>
                    <a:bodyPr wrap="square" lIns="137160" rIns="137160" tIns="73152" bIns="73152"/>
                    <a:lstStyle/>
                    <a:p>
                      <a:pPr algn="l"/>
                      <a:r>
                        <a:rPr sz="1600" b="1">
                          <a:solidFill>
                            <a:srgbClr val="FC801D"/>
                          </a:solidFill>
                          <a:latin typeface="Inter"/>
                        </a:rPr>
                        <a:t>+1110%</a:t>
                      </a:r>
                    </a:p>
                  </a:txBody>
                  <a:tcPr>
                    <a:solidFill>
                      <a:srgbClr val="FFFFFF"/>
                    </a:solidFill>
                  </a:tcPr>
                </a:tc>
                <a:tc>
                  <a:txBody>
                    <a:bodyPr wrap="square" lIns="137160" rIns="137160" tIns="73152" bIns="73152"/>
                    <a:lstStyle/>
                    <a:p>
                      <a:pPr algn="l"/>
                      <a:r>
                        <a:rPr sz="1600">
                          <a:solidFill>
                            <a:srgbClr val="27282C"/>
                          </a:solidFill>
                          <a:latin typeface="Inter"/>
                        </a:rPr>
                        <a:t>lazy expand + class filter</a:t>
                      </a:r>
                    </a:p>
                  </a:txBody>
                  <a:tcPr>
                    <a:solidFill>
                      <a:srgbClr val="FFFFFF"/>
                    </a:solidFill>
                  </a:tcPr>
                </a:tc>
              </a:tr>
              <a:tr h="690880">
                <a:tc>
                  <a:txBody>
                    <a:bodyPr wrap="square" lIns="137160" rIns="137160" tIns="73152" bIns="73152"/>
                    <a:lstStyle/>
                    <a:p>
                      <a:pPr algn="l"/>
                      <a:r>
                        <a:rPr sz="1600">
                          <a:solidFill>
                            <a:srgbClr val="27282C"/>
                          </a:solidFill>
                          <a:latin typeface="Inter"/>
                        </a:rPr>
                        <a:t>#822</a:t>
                      </a:r>
                    </a:p>
                  </a:txBody>
                  <a:tcPr>
                    <a:solidFill>
                      <a:srgbClr val="F5F7FB"/>
                    </a:solidFill>
                  </a:tcPr>
                </a:tc>
                <a:tc>
                  <a:txBody>
                    <a:bodyPr wrap="square" lIns="137160" rIns="137160" tIns="73152" bIns="73152"/>
                    <a:lstStyle/>
                    <a:p>
                      <a:pPr algn="l"/>
                      <a:r>
                        <a:rPr sz="1600">
                          <a:solidFill>
                            <a:srgbClr val="27282C"/>
                          </a:solidFill>
                          <a:latin typeface="Inter"/>
                        </a:rPr>
                        <a:t>IC12 expertSearch</a:t>
                      </a:r>
                    </a:p>
                  </a:txBody>
                  <a:tcPr>
                    <a:solidFill>
                      <a:srgbClr val="F5F7FB"/>
                    </a:solidFill>
                  </a:tcPr>
                </a:tc>
                <a:tc>
                  <a:txBody>
                    <a:bodyPr wrap="square" lIns="137160" rIns="137160" tIns="73152" bIns="73152"/>
                    <a:lstStyle/>
                    <a:p>
                      <a:pPr algn="l"/>
                      <a:r>
                        <a:rPr sz="1600" b="1">
                          <a:solidFill>
                            <a:srgbClr val="FC801D"/>
                          </a:solidFill>
                          <a:latin typeface="Inter"/>
                        </a:rPr>
                        <a:t>+106%</a:t>
                      </a:r>
                    </a:p>
                  </a:txBody>
                  <a:tcPr>
                    <a:solidFill>
                      <a:srgbClr val="F5F7FB"/>
                    </a:solidFill>
                  </a:tcPr>
                </a:tc>
                <a:tc>
                  <a:txBody>
                    <a:bodyPr wrap="square" lIns="137160" rIns="137160" tIns="73152" bIns="73152"/>
                    <a:lstStyle/>
                    <a:p>
                      <a:pPr algn="l"/>
                      <a:r>
                        <a:rPr sz="1600" b="1">
                          <a:solidFill>
                            <a:srgbClr val="FC801D"/>
                          </a:solidFill>
                          <a:latin typeface="Inter"/>
                        </a:rPr>
                        <a:t>+101%</a:t>
                      </a:r>
                    </a:p>
                  </a:txBody>
                  <a:tcPr>
                    <a:solidFill>
                      <a:srgbClr val="F5F7FB"/>
                    </a:solidFill>
                  </a:tcPr>
                </a:tc>
                <a:tc>
                  <a:txBody>
                    <a:bodyPr wrap="square" lIns="137160" rIns="137160" tIns="73152" bIns="73152"/>
                    <a:lstStyle/>
                    <a:p>
                      <a:pPr algn="l"/>
                      <a:r>
                        <a:rPr sz="1600">
                          <a:solidFill>
                            <a:srgbClr val="27282C"/>
                          </a:solidFill>
                          <a:latin typeface="Inter"/>
                        </a:rPr>
                        <a:t>adjacency intersection on hierarchy</a:t>
                      </a:r>
                    </a:p>
                  </a:txBody>
                  <a:tcPr>
                    <a:solidFill>
                      <a:srgbClr val="F5F7FB"/>
                    </a:solidFill>
                  </a:tcPr>
                </a:tc>
              </a:tr>
              <a:tr h="690880">
                <a:tc>
                  <a:txBody>
                    <a:bodyPr wrap="square" lIns="137160" rIns="137160" tIns="73152" bIns="73152"/>
                    <a:lstStyle/>
                    <a:p>
                      <a:pPr algn="l"/>
                      <a:r>
                        <a:rPr sz="1600">
                          <a:solidFill>
                            <a:srgbClr val="27282C"/>
                          </a:solidFill>
                          <a:latin typeface="Inter"/>
                        </a:rPr>
                        <a:t>#822</a:t>
                      </a:r>
                    </a:p>
                  </a:txBody>
                  <a:tcPr>
                    <a:solidFill>
                      <a:srgbClr val="FFFFFF"/>
                    </a:solidFill>
                  </a:tcPr>
                </a:tc>
                <a:tc>
                  <a:txBody>
                    <a:bodyPr wrap="square" lIns="137160" rIns="137160" tIns="73152" bIns="73152"/>
                    <a:lstStyle/>
                    <a:p>
                      <a:pPr algn="l"/>
                      <a:r>
                        <a:rPr sz="1600">
                          <a:solidFill>
                            <a:srgbClr val="27282C"/>
                          </a:solidFill>
                          <a:latin typeface="Inter"/>
                        </a:rPr>
                        <a:t>IS7 messageReplies</a:t>
                      </a:r>
                    </a:p>
                  </a:txBody>
                  <a:tcPr>
                    <a:solidFill>
                      <a:srgbClr val="FFFFFF"/>
                    </a:solidFill>
                  </a:tcPr>
                </a:tc>
                <a:tc>
                  <a:txBody>
                    <a:bodyPr wrap="square" lIns="137160" rIns="137160" tIns="73152" bIns="73152"/>
                    <a:lstStyle/>
                    <a:p>
                      <a:pPr algn="l"/>
                      <a:r>
                        <a:rPr sz="1600" b="1">
                          <a:solidFill>
                            <a:srgbClr val="FC801D"/>
                          </a:solidFill>
                          <a:latin typeface="Inter"/>
                        </a:rPr>
                        <a:t>+220%</a:t>
                      </a:r>
                    </a:p>
                  </a:txBody>
                  <a:tcPr>
                    <a:solidFill>
                      <a:srgbClr val="FFFFFF"/>
                    </a:solidFill>
                  </a:tcPr>
                </a:tc>
                <a:tc>
                  <a:txBody>
                    <a:bodyPr wrap="square" lIns="137160" rIns="137160" tIns="73152" bIns="73152"/>
                    <a:lstStyle/>
                    <a:p>
                      <a:pPr algn="l"/>
                      <a:r>
                        <a:rPr sz="1600" b="1">
                          <a:solidFill>
                            <a:srgbClr val="FC801D"/>
                          </a:solidFill>
                          <a:latin typeface="Inter"/>
                        </a:rPr>
                        <a:t>+212%</a:t>
                      </a:r>
                    </a:p>
                  </a:txBody>
                  <a:tcPr>
                    <a:solidFill>
                      <a:srgbClr val="FFFFFF"/>
                    </a:solidFill>
                  </a:tcPr>
                </a:tc>
                <a:tc>
                  <a:txBody>
                    <a:bodyPr wrap="square" lIns="137160" rIns="137160" tIns="73152" bIns="73152"/>
                    <a:lstStyle/>
                    <a:p>
                      <a:pPr algn="l"/>
                      <a:r>
                        <a:rPr sz="1600">
                          <a:solidFill>
                            <a:srgbClr val="27282C"/>
                          </a:solidFill>
                          <a:latin typeface="Inter"/>
                        </a:rPr>
                        <a:t>index-backed property filter</a:t>
                      </a:r>
                    </a:p>
                  </a:txBody>
                  <a:tcPr>
                    <a:solidFill>
                      <a:srgbClr val="FFFFFF"/>
                    </a:solidFill>
                  </a:tcPr>
                </a:tc>
              </a:tr>
              <a:tr h="690880">
                <a:tc>
                  <a:txBody>
                    <a:bodyPr wrap="square" lIns="137160" rIns="137160" tIns="73152" bIns="73152"/>
                    <a:lstStyle/>
                    <a:p>
                      <a:pPr algn="l"/>
                      <a:r>
                        <a:rPr sz="1600">
                          <a:solidFill>
                            <a:srgbClr val="27282C"/>
                          </a:solidFill>
                          <a:latin typeface="Inter"/>
                        </a:rPr>
                        <a:t>#822</a:t>
                      </a:r>
                    </a:p>
                  </a:txBody>
                  <a:tcPr>
                    <a:solidFill>
                      <a:srgbClr val="F5F7FB"/>
                    </a:solidFill>
                  </a:tcPr>
                </a:tc>
                <a:tc>
                  <a:txBody>
                    <a:bodyPr wrap="square" lIns="137160" rIns="137160" tIns="73152" bIns="73152"/>
                    <a:lstStyle/>
                    <a:p>
                      <a:pPr algn="l"/>
                      <a:r>
                        <a:rPr sz="1600">
                          <a:solidFill>
                            <a:srgbClr val="27282C"/>
                          </a:solidFill>
                          <a:latin typeface="Inter"/>
                        </a:rPr>
                        <a:t>IC1 transitiveFriends</a:t>
                      </a:r>
                    </a:p>
                  </a:txBody>
                  <a:tcPr>
                    <a:solidFill>
                      <a:srgbClr val="F5F7FB"/>
                    </a:solidFill>
                  </a:tcPr>
                </a:tc>
                <a:tc>
                  <a:txBody>
                    <a:bodyPr wrap="square" lIns="137160" rIns="137160" tIns="73152" bIns="73152"/>
                    <a:lstStyle/>
                    <a:p>
                      <a:pPr algn="l"/>
                      <a:r>
                        <a:rPr sz="1600">
                          <a:solidFill>
                            <a:srgbClr val="27282C"/>
                          </a:solidFill>
                          <a:latin typeface="Inter"/>
                        </a:rPr>
                        <a:t>+12%</a:t>
                      </a:r>
                    </a:p>
                  </a:txBody>
                  <a:tcPr>
                    <a:solidFill>
                      <a:srgbClr val="F5F7FB"/>
                    </a:solidFill>
                  </a:tcPr>
                </a:tc>
                <a:tc>
                  <a:txBody>
                    <a:bodyPr wrap="square" lIns="137160" rIns="137160" tIns="73152" bIns="73152"/>
                    <a:lstStyle/>
                    <a:p>
                      <a:pPr algn="l"/>
                      <a:r>
                        <a:rPr sz="1600">
                          <a:solidFill>
                            <a:srgbClr val="27282C"/>
                          </a:solidFill>
                          <a:latin typeface="Inter"/>
                        </a:rPr>
                        <a:t>+8%</a:t>
                      </a:r>
                    </a:p>
                  </a:txBody>
                  <a:tcPr>
                    <a:solidFill>
                      <a:srgbClr val="F5F7FB"/>
                    </a:solidFill>
                  </a:tcPr>
                </a:tc>
                <a:tc>
                  <a:txBody>
                    <a:bodyPr wrap="square" lIns="137160" rIns="137160" tIns="73152" bIns="73152"/>
                    <a:lstStyle/>
                    <a:p>
                      <a:pPr algn="l"/>
                      <a:r>
                        <a:rPr sz="1600">
                          <a:solidFill>
                            <a:srgbClr val="27282C"/>
                          </a:solidFill>
                          <a:latin typeface="Inter"/>
                        </a:rPr>
                        <a:t>adjacency intersection on KNOWS</a:t>
                      </a:r>
                    </a:p>
                  </a:txBody>
                  <a:tcPr>
                    <a:solidFill>
                      <a:srgbClr val="F5F7FB"/>
                    </a:solidFill>
                  </a:tcPr>
                </a:tc>
              </a:tr>
              <a:tr h="690880">
                <a:tc>
                  <a:txBody>
                    <a:bodyPr wrap="square" lIns="137160" rIns="137160" tIns="73152" bIns="73152"/>
                    <a:lstStyle/>
                    <a:p>
                      <a:pPr algn="l"/>
                      <a:r>
                        <a:rPr sz="1600" b="1">
                          <a:solidFill>
                            <a:srgbClr val="FC801D"/>
                          </a:solidFill>
                          <a:latin typeface="Inter"/>
                        </a:rPr>
                        <a:t>#923</a:t>
                      </a:r>
                    </a:p>
                  </a:txBody>
                  <a:tcPr>
                    <a:solidFill>
                      <a:srgbClr val="FFFFFF"/>
                    </a:solidFill>
                  </a:tcPr>
                </a:tc>
                <a:tc>
                  <a:txBody>
                    <a:bodyPr wrap="square" lIns="137160" rIns="137160" tIns="73152" bIns="73152"/>
                    <a:lstStyle/>
                    <a:p>
                      <a:pPr algn="l"/>
                      <a:r>
                        <a:rPr sz="1600">
                          <a:solidFill>
                            <a:srgbClr val="27282C"/>
                          </a:solidFill>
                          <a:latin typeface="Inter"/>
                        </a:rPr>
                        <a:t>—</a:t>
                      </a:r>
                    </a:p>
                  </a:txBody>
                  <a:tcPr>
                    <a:solidFill>
                      <a:srgbClr val="FFFFFF"/>
                    </a:solidFill>
                  </a:tcPr>
                </a:tc>
                <a:tc>
                  <a:txBody>
                    <a:bodyPr wrap="square" lIns="137160" rIns="137160" tIns="73152" bIns="73152"/>
                    <a:lstStyle/>
                    <a:p>
                      <a:pPr algn="l"/>
                      <a:r>
                        <a:rPr sz="1600">
                          <a:solidFill>
                            <a:srgbClr val="27282C"/>
                          </a:solidFill>
                          <a:latin typeface="Inter"/>
                        </a:rPr>
                        <a:t>—</a:t>
                      </a:r>
                    </a:p>
                  </a:txBody>
                  <a:tcPr>
                    <a:solidFill>
                      <a:srgbClr val="FFFFFF"/>
                    </a:solidFill>
                  </a:tcPr>
                </a:tc>
                <a:tc>
                  <a:txBody>
                    <a:bodyPr wrap="square" lIns="137160" rIns="137160" tIns="73152" bIns="73152"/>
                    <a:lstStyle/>
                    <a:p>
                      <a:pPr algn="l"/>
                      <a:r>
                        <a:rPr sz="1600">
                          <a:solidFill>
                            <a:srgbClr val="27282C"/>
                          </a:solidFill>
                          <a:latin typeface="Inter"/>
                        </a:rPr>
                        <a:t>—</a:t>
                      </a:r>
                    </a:p>
                  </a:txBody>
                  <a:tcPr>
                    <a:solidFill>
                      <a:srgbClr val="FFFFFF"/>
                    </a:solidFill>
                  </a:tcPr>
                </a:tc>
                <a:tc>
                  <a:txBody>
                    <a:bodyPr wrap="square" lIns="137160" rIns="137160" tIns="73152" bIns="73152"/>
                    <a:lstStyle/>
                    <a:p>
                      <a:pPr algn="l"/>
                      <a:r>
                        <a:rPr sz="1600">
                          <a:solidFill>
                            <a:srgbClr val="27282C"/>
                          </a:solidFill>
                          <a:latin typeface="Inter"/>
                        </a:rPr>
                        <a:t>test suite + DirectRid + BETWEEN (no JMH delta)</a:t>
                      </a:r>
                    </a:p>
                  </a:txBody>
                  <a:tcPr>
                    <a:solidFill>
                      <a:srgbClr val="FFFFFF"/>
                    </a:solidFill>
                  </a:tcPr>
                </a:tc>
              </a:tr>
              <a:tr h="690880">
                <a:tc>
                  <a:txBody>
                    <a:bodyPr wrap="square" lIns="137160" rIns="137160" tIns="73152" bIns="73152"/>
                    <a:lstStyle/>
                    <a:p>
                      <a:pPr algn="l"/>
                      <a:r>
                        <a:rPr sz="1600" b="1">
                          <a:solidFill>
                            <a:srgbClr val="FC801D"/>
                          </a:solidFill>
                          <a:latin typeface="Inter"/>
                        </a:rPr>
                        <a:t>#973</a:t>
                      </a:r>
                    </a:p>
                  </a:txBody>
                  <a:tcPr>
                    <a:solidFill>
                      <a:srgbClr val="F5F7FB"/>
                    </a:solidFill>
                  </a:tcPr>
                </a:tc>
                <a:tc>
                  <a:txBody>
                    <a:bodyPr wrap="square" lIns="137160" rIns="137160" tIns="73152" bIns="73152"/>
                    <a:lstStyle/>
                    <a:p>
                      <a:pPr algn="l"/>
                      <a:r>
                        <a:rPr sz="1600">
                          <a:solidFill>
                            <a:srgbClr val="27282C"/>
                          </a:solidFill>
                          <a:latin typeface="Inter"/>
                        </a:rPr>
                        <a:t>IC3 friendsInCountries</a:t>
                      </a:r>
                    </a:p>
                  </a:txBody>
                  <a:tcPr>
                    <a:solidFill>
                      <a:srgbClr val="F5F7FB"/>
                    </a:solidFill>
                  </a:tcPr>
                </a:tc>
                <a:tc>
                  <a:txBody>
                    <a:bodyPr wrap="square" lIns="137160" rIns="137160" tIns="73152" bIns="73152"/>
                    <a:lstStyle/>
                    <a:p>
                      <a:pPr algn="l"/>
                      <a:r>
                        <a:rPr sz="1600" b="1">
                          <a:solidFill>
                            <a:srgbClr val="FC801D"/>
                          </a:solidFill>
                          <a:latin typeface="Inter"/>
                        </a:rPr>
                        <a:t>+1117%</a:t>
                      </a:r>
                    </a:p>
                  </a:txBody>
                  <a:tcPr>
                    <a:solidFill>
                      <a:srgbClr val="F5F7FB"/>
                    </a:solidFill>
                  </a:tcPr>
                </a:tc>
                <a:tc>
                  <a:txBody>
                    <a:bodyPr wrap="square" lIns="137160" rIns="137160" tIns="73152" bIns="73152"/>
                    <a:lstStyle/>
                    <a:p>
                      <a:pPr algn="l"/>
                      <a:r>
                        <a:rPr sz="1600" b="1">
                          <a:solidFill>
                            <a:srgbClr val="FC801D"/>
                          </a:solidFill>
                          <a:latin typeface="Inter"/>
                        </a:rPr>
                        <a:t>+929%</a:t>
                      </a:r>
                    </a:p>
                  </a:txBody>
                  <a:tcPr>
                    <a:solidFill>
                      <a:srgbClr val="F5F7FB"/>
                    </a:solidFill>
                  </a:tcPr>
                </a:tc>
                <a:tc>
                  <a:txBody>
                    <a:bodyPr wrap="square" lIns="137160" rIns="137160" tIns="73152" bIns="73152"/>
                    <a:lstStyle/>
                    <a:p>
                      <a:pPr algn="l"/>
                      <a:r>
                        <a:rPr sz="1600">
                          <a:solidFill>
                            <a:srgbClr val="27282C"/>
                          </a:solidFill>
                          <a:latin typeface="Inter"/>
                        </a:rPr>
                        <a:t>per-descriptor selectivity + amortization</a:t>
                      </a:r>
                    </a:p>
                  </a:txBody>
                  <a:tcPr>
                    <a:solidFill>
                      <a:srgbClr val="F5F7FB"/>
                    </a:solidFill>
                  </a:tcPr>
                </a:tc>
              </a:tr>
              <a:tr h="690880">
                <a:tc>
                  <a:txBody>
                    <a:bodyPr wrap="square" lIns="137160" rIns="137160" tIns="73152" bIns="73152"/>
                    <a:lstStyle/>
                    <a:p>
                      <a:pPr algn="l"/>
                      <a:r>
                        <a:rPr sz="1600">
                          <a:solidFill>
                            <a:srgbClr val="27282C"/>
                          </a:solidFill>
                          <a:latin typeface="Inter"/>
                        </a:rPr>
                        <a:t>#973</a:t>
                      </a:r>
                    </a:p>
                  </a:txBody>
                  <a:tcPr>
                    <a:solidFill>
                      <a:srgbClr val="FFFFFF"/>
                    </a:solidFill>
                  </a:tcPr>
                </a:tc>
                <a:tc>
                  <a:txBody>
                    <a:bodyPr wrap="square" lIns="137160" rIns="137160" tIns="73152" bIns="73152"/>
                    <a:lstStyle/>
                    <a:p>
                      <a:pPr algn="l"/>
                      <a:r>
                        <a:rPr sz="1600">
                          <a:solidFill>
                            <a:srgbClr val="27282C"/>
                          </a:solidFill>
                          <a:latin typeface="Inter"/>
                        </a:rPr>
                        <a:t>IC9 recentFofMessages</a:t>
                      </a:r>
                    </a:p>
                  </a:txBody>
                  <a:tcPr>
                    <a:solidFill>
                      <a:srgbClr val="FFFFFF"/>
                    </a:solidFill>
                  </a:tcPr>
                </a:tc>
                <a:tc>
                  <a:txBody>
                    <a:bodyPr wrap="square" lIns="137160" rIns="137160" tIns="73152" bIns="73152"/>
                    <a:lstStyle/>
                    <a:p>
                      <a:pPr algn="l"/>
                      <a:r>
                        <a:rPr sz="1600" b="1">
                          <a:solidFill>
                            <a:srgbClr val="FC801D"/>
                          </a:solidFill>
                          <a:latin typeface="Inter"/>
                        </a:rPr>
                        <a:t>+483%</a:t>
                      </a:r>
                    </a:p>
                  </a:txBody>
                  <a:tcPr>
                    <a:solidFill>
                      <a:srgbClr val="FFFFFF"/>
                    </a:solidFill>
                  </a:tcPr>
                </a:tc>
                <a:tc>
                  <a:txBody>
                    <a:bodyPr wrap="square" lIns="137160" rIns="137160" tIns="73152" bIns="73152"/>
                    <a:lstStyle/>
                    <a:p>
                      <a:pPr algn="l"/>
                      <a:r>
                        <a:rPr sz="1600" b="1">
                          <a:solidFill>
                            <a:srgbClr val="FC801D"/>
                          </a:solidFill>
                          <a:latin typeface="Inter"/>
                        </a:rPr>
                        <a:t>+433%</a:t>
                      </a:r>
                    </a:p>
                  </a:txBody>
                  <a:tcPr>
                    <a:solidFill>
                      <a:srgbClr val="FFFFFF"/>
                    </a:solidFill>
                  </a:tcPr>
                </a:tc>
                <a:tc>
                  <a:txBody>
                    <a:bodyPr wrap="square" lIns="137160" rIns="137160" tIns="73152" bIns="73152"/>
                    <a:lstStyle/>
                    <a:p>
                      <a:pPr algn="l"/>
                      <a:r>
                        <a:rPr sz="1600">
                          <a:solidFill>
                            <a:srgbClr val="27282C"/>
                          </a:solidFill>
                          <a:latin typeface="Inter"/>
                        </a:rPr>
                        <a:t>unknown-selectivity REJECT</a:t>
                      </a:r>
                    </a:p>
                  </a:txBody>
                  <a:tcPr>
                    <a:solidFill>
                      <a:srgbClr val="FFFFFF"/>
                    </a:solidFill>
                  </a:tcPr>
                </a:tc>
              </a:tr>
              <a:tr h="690880">
                <a:tc>
                  <a:txBody>
                    <a:bodyPr wrap="square" lIns="137160" rIns="137160" tIns="73152" bIns="73152"/>
                    <a:lstStyle/>
                    <a:p>
                      <a:pPr algn="l"/>
                      <a:r>
                        <a:rPr sz="1600">
                          <a:solidFill>
                            <a:srgbClr val="27282C"/>
                          </a:solidFill>
                          <a:latin typeface="Inter"/>
                        </a:rPr>
                        <a:t>#973</a:t>
                      </a:r>
                    </a:p>
                  </a:txBody>
                  <a:tcPr>
                    <a:solidFill>
                      <a:srgbClr val="F5F7FB"/>
                    </a:solidFill>
                  </a:tcPr>
                </a:tc>
                <a:tc>
                  <a:txBody>
                    <a:bodyPr wrap="square" lIns="137160" rIns="137160" tIns="73152" bIns="73152"/>
                    <a:lstStyle/>
                    <a:p>
                      <a:pPr algn="l"/>
                      <a:r>
                        <a:rPr sz="1600">
                          <a:solidFill>
                            <a:srgbClr val="27282C"/>
                          </a:solidFill>
                          <a:latin typeface="Inter"/>
                        </a:rPr>
                        <a:t>IC13 shortestPath</a:t>
                      </a:r>
                    </a:p>
                  </a:txBody>
                  <a:tcPr>
                    <a:solidFill>
                      <a:srgbClr val="F5F7FB"/>
                    </a:solidFill>
                  </a:tcPr>
                </a:tc>
                <a:tc>
                  <a:txBody>
                    <a:bodyPr wrap="square" lIns="137160" rIns="137160" tIns="73152" bIns="73152"/>
                    <a:lstStyle/>
                    <a:p>
                      <a:pPr algn="l"/>
                      <a:r>
                        <a:rPr sz="1600">
                          <a:solidFill>
                            <a:srgbClr val="27282C"/>
                          </a:solidFill>
                          <a:latin typeface="Inter"/>
                        </a:rPr>
                        <a:t>+7%</a:t>
                      </a:r>
                    </a:p>
                  </a:txBody>
                  <a:tcPr>
                    <a:solidFill>
                      <a:srgbClr val="F5F7FB"/>
                    </a:solidFill>
                  </a:tcPr>
                </a:tc>
                <a:tc>
                  <a:txBody>
                    <a:bodyPr wrap="square" lIns="137160" rIns="137160" tIns="73152" bIns="73152"/>
                    <a:lstStyle/>
                    <a:p>
                      <a:pPr algn="l"/>
                      <a:r>
                        <a:rPr sz="1600">
                          <a:solidFill>
                            <a:srgbClr val="27282C"/>
                          </a:solidFill>
                          <a:latin typeface="Inter"/>
                        </a:rPr>
                        <a:t>+8%</a:t>
                      </a:r>
                    </a:p>
                  </a:txBody>
                  <a:tcPr>
                    <a:solidFill>
                      <a:srgbClr val="F5F7FB"/>
                    </a:solidFill>
                  </a:tcPr>
                </a:tc>
                <a:tc>
                  <a:txBody>
                    <a:bodyPr wrap="square" lIns="137160" rIns="137160" tIns="73152" bIns="73152"/>
                    <a:lstStyle/>
                    <a:p>
                      <a:pPr algn="l"/>
                      <a:r>
                        <a:rPr sz="1600">
                          <a:solidFill>
                            <a:srgbClr val="27282C"/>
                          </a:solidFill>
                          <a:latin typeface="Inter"/>
                        </a:rPr>
                        <a:t>smaller RidSets from CLT-gated builds</a:t>
                      </a:r>
                    </a:p>
                  </a:txBody>
                  <a:tcPr>
                    <a:solidFill>
                      <a:srgbClr val="F5F7FB"/>
                    </a:solidFill>
                  </a:tcPr>
                </a:tc>
              </a:tr>
            </a:tbl>
          </a:graphicData>
        </a:graphic>
      </p:graphicFrame>
      <p:sp>
        <p:nvSpPr>
          <p:cNvPr id="4" name="TextBox 3"/>
          <p:cNvSpPr txBox="1"/>
          <p:nvPr/>
        </p:nvSpPr>
        <p:spPr>
          <a:xfrm>
            <a:off x="1097280" y="10241280"/>
            <a:ext cx="22219920" cy="1371600"/>
          </a:xfrm>
          <a:prstGeom prst="rect">
            <a:avLst/>
          </a:prstGeom>
          <a:noFill/>
        </p:spPr>
        <p:txBody>
          <a:bodyPr wrap="square">
            <a:spAutoFit/>
          </a:bodyPr>
          <a:lstStyle/>
          <a:p>
            <a:pPr algn="l">
              <a:lnSpc>
                <a:spcPct val="125000"/>
              </a:lnSpc>
            </a:pPr>
            <a:r>
              <a:rPr sz="1800">
                <a:solidFill>
                  <a:srgbClr val="27282C"/>
                </a:solidFill>
                <a:latin typeface="Inter"/>
              </a:rPr>
              <a:t>• Each row is from that PR's </a:t>
            </a:r>
            <a:r>
              <a:rPr sz="1800" b="1">
                <a:solidFill>
                  <a:srgbClr val="FC801D"/>
                </a:solidFill>
                <a:latin typeface="Inter"/>
              </a:rPr>
              <a:t>own</a:t>
            </a:r>
            <a:r>
              <a:rPr sz="1800">
                <a:solidFill>
                  <a:srgbClr val="27282C"/>
                </a:solidFill>
                <a:latin typeface="Inter"/>
              </a:rPr>
              <a:t> JMH comparison</a:t>
            </a:r>
          </a:p>
          <a:p>
            <a:pPr algn="l">
              <a:lnSpc>
                <a:spcPct val="125000"/>
              </a:lnSpc>
            </a:pPr>
            <a:r>
              <a:rPr sz="1800">
                <a:solidFill>
                  <a:srgbClr val="27282C"/>
                </a:solidFill>
                <a:latin typeface="Inter"/>
              </a:rPr>
              <a:t>• Fork points differ per PR — percentages are </a:t>
            </a:r>
            <a:r>
              <a:rPr sz="1800" b="1">
                <a:solidFill>
                  <a:srgbClr val="FC801D"/>
                </a:solidFill>
                <a:latin typeface="Inter"/>
              </a:rPr>
              <a:t>not additive</a:t>
            </a:r>
            <a:r>
              <a:rPr sz="1800">
                <a:solidFill>
                  <a:srgbClr val="27282C"/>
                </a:solidFill>
                <a:latin typeface="Inter"/>
              </a:rPr>
              <a:t> across rows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Back to IC3 — where pre-filter fires</a:t>
            </a:r>
          </a:p>
        </p:txBody>
      </p:sp>
      <p:sp>
        <p:nvSpPr>
          <p:cNvPr id="3" name="Rounded Rectangle 2"/>
          <p:cNvSpPr/>
          <p:nvPr/>
        </p:nvSpPr>
        <p:spPr>
          <a:xfrm>
            <a:off x="1097280" y="3657600"/>
            <a:ext cx="22219920" cy="3657600"/>
          </a:xfrm>
          <a:prstGeom prst="roundRect">
            <a:avLst/>
          </a:prstGeom>
          <a:solidFill>
            <a:srgbClr val="F5F5F7"/>
          </a:solidFill>
          <a:ln w="19050">
            <a:solidFill>
              <a:srgbClr val="D6DBE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00000"/>
              </a:lnSpc>
            </a:pPr>
            <a:r>
              <a:rPr sz="1800">
                <a:solidFill>
                  <a:srgbClr val="27282C"/>
                </a:solidFill>
                <a:latin typeface="JetBrains Mono"/>
              </a:rPr>
              <a:t>  BRANCH A: {person}.out('IS_LOCATED_IN').out('IS_PART_OF')</a:t>
            </a:r>
          </a:p>
          <a:p>
            <a:pPr algn="l">
              <a:lnSpc>
                <a:spcPct val="100000"/>
              </a:lnSpc>
            </a:pPr>
            <a:r>
              <a:rPr sz="1800">
                <a:solidFill>
                  <a:srgbClr val="6E7585"/>
                </a:solidFill>
                <a:latin typeface="JetBrains Mono"/>
              </a:rPr>
              <a:t>              {where name NOT IN [:cX, :cY]}      ← class filter / NOT IN</a:t>
            </a:r>
          </a:p>
          <a:p>
            <a:pPr algn="l">
              <a:lnSpc>
                <a:spcPct val="100000"/>
              </a:lnSpc>
            </a:pPr>
            <a:r>
              <a:rPr sz="1800">
                <a:solidFill>
                  <a:srgbClr val="27282C"/>
                </a:solidFill>
                <a:latin typeface="JetBrains Mono"/>
              </a:rPr>
              <a:t> </a:t>
            </a:r>
          </a:p>
          <a:p>
            <a:pPr algn="l">
              <a:lnSpc>
                <a:spcPct val="100000"/>
              </a:lnSpc>
            </a:pPr>
            <a:r>
              <a:rPr sz="1800">
                <a:solidFill>
                  <a:srgbClr val="27282C"/>
                </a:solidFill>
                <a:latin typeface="JetBrains Mono"/>
              </a:rPr>
              <a:t>  BRANCH B: {person}.in('HAS_CREATOR')</a:t>
            </a:r>
          </a:p>
          <a:p>
            <a:pPr algn="l">
              <a:lnSpc>
                <a:spcPct val="100000"/>
              </a:lnSpc>
            </a:pPr>
            <a:r>
              <a:rPr sz="1800">
                <a:solidFill>
                  <a:srgbClr val="6E7585"/>
                </a:solidFill>
                <a:latin typeface="JetBrains Mono"/>
              </a:rPr>
              <a:t>              {message, where creationDate &gt;= …}   ← IndexLookup (date)</a:t>
            </a:r>
          </a:p>
          <a:p>
            <a:pPr algn="l">
              <a:lnSpc>
                <a:spcPct val="100000"/>
              </a:lnSpc>
            </a:pPr>
            <a:r>
              <a:rPr sz="1800">
                <a:solidFill>
                  <a:srgbClr val="27282C"/>
                </a:solidFill>
                <a:latin typeface="JetBrains Mono"/>
              </a:rPr>
              <a:t>              .out('IS_LOCATED_IN')</a:t>
            </a:r>
          </a:p>
          <a:p>
            <a:pPr algn="l">
              <a:lnSpc>
                <a:spcPct val="100000"/>
              </a:lnSpc>
            </a:pPr>
            <a:r>
              <a:rPr sz="1800">
                <a:solidFill>
                  <a:srgbClr val="6E7585"/>
                </a:solidFill>
                <a:latin typeface="JetBrains Mono"/>
              </a:rPr>
              <a:t>              {msgCountry, where name IN […]}     ← IndexLookup (name IN)</a:t>
            </a:r>
          </a:p>
        </p:txBody>
      </p:sp>
      <p:graphicFrame>
        <p:nvGraphicFramePr>
          <p:cNvPr id="4" name="Table 3"/>
          <p:cNvGraphicFramePr>
            <a:graphicFrameLocks noGrp="1"/>
          </p:cNvGraphicFramePr>
          <p:nvPr/>
        </p:nvGraphicFramePr>
        <p:xfrm>
          <a:off x="1097280" y="7680960"/>
          <a:ext cx="22219918" cy="2468880"/>
        </p:xfrm>
        <a:graphic>
          <a:graphicData uri="http://schemas.openxmlformats.org/drawingml/2006/table">
            <a:tbl>
              <a:tblPr firstRow="1" bandRow="1">
                <a:tableStyleId>{5C22544A-7EE6-4342-B048-85BDC9FD1C3A}</a:tableStyleId>
              </a:tblPr>
              <a:tblGrid>
                <a:gridCol w="8031296"/>
                <a:gridCol w="6692746"/>
                <a:gridCol w="3747938"/>
                <a:gridCol w="3747938"/>
              </a:tblGrid>
              <a:tr h="617220">
                <a:tc>
                  <a:txBody>
                    <a:bodyPr wrap="square" lIns="137160" rIns="137160" tIns="73152" bIns="73152"/>
                    <a:lstStyle/>
                    <a:p>
                      <a:pPr algn="l"/>
                      <a:r>
                        <a:rPr sz="1800" b="1">
                          <a:solidFill>
                            <a:srgbClr val="FFFFFF"/>
                          </a:solidFill>
                          <a:latin typeface="Inter"/>
                        </a:rPr>
                        <a:t>Part of IC3</a:t>
                      </a:r>
                    </a:p>
                  </a:txBody>
                  <a:tcPr>
                    <a:solidFill>
                      <a:srgbClr val="087CFA"/>
                    </a:solidFill>
                  </a:tcPr>
                </a:tc>
                <a:tc>
                  <a:txBody>
                    <a:bodyPr wrap="square" lIns="137160" rIns="137160" tIns="73152" bIns="73152"/>
                    <a:lstStyle/>
                    <a:p>
                      <a:pPr algn="l"/>
                      <a:r>
                        <a:rPr sz="1800" b="1">
                          <a:solidFill>
                            <a:srgbClr val="FFFFFF"/>
                          </a:solidFill>
                          <a:latin typeface="Inter"/>
                        </a:rPr>
                        <a:t>Descriptor</a:t>
                      </a:r>
                    </a:p>
                  </a:txBody>
                  <a:tcPr>
                    <a:solidFill>
                      <a:srgbClr val="087CFA"/>
                    </a:solidFill>
                  </a:tcPr>
                </a:tc>
                <a:tc>
                  <a:txBody>
                    <a:bodyPr wrap="square" lIns="137160" rIns="137160" tIns="73152" bIns="73152"/>
                    <a:lstStyle/>
                    <a:p>
                      <a:pPr algn="l"/>
                      <a:r>
                        <a:rPr sz="1800" b="1">
                          <a:solidFill>
                            <a:srgbClr val="FFFFFF"/>
                          </a:solidFill>
                          <a:latin typeface="Inter"/>
                        </a:rPr>
                        <a:t>PR enabling</a:t>
                      </a:r>
                    </a:p>
                  </a:txBody>
                  <a:tcPr>
                    <a:solidFill>
                      <a:srgbClr val="087CFA"/>
                    </a:solidFill>
                  </a:tcPr>
                </a:tc>
                <a:tc>
                  <a:txBody>
                    <a:bodyPr wrap="square" lIns="137160" rIns="137160" tIns="73152" bIns="73152"/>
                    <a:lstStyle/>
                    <a:p>
                      <a:pPr algn="l"/>
                      <a:r>
                        <a:rPr sz="1800" b="1">
                          <a:solidFill>
                            <a:srgbClr val="FFFFFF"/>
                          </a:solidFill>
                          <a:latin typeface="Inter"/>
                        </a:rPr>
                        <a:t>PR tuning</a:t>
                      </a:r>
                    </a:p>
                  </a:txBody>
                  <a:tcPr>
                    <a:solidFill>
                      <a:srgbClr val="087CFA"/>
                    </a:solidFill>
                  </a:tcPr>
                </a:tc>
              </a:tr>
              <a:tr h="617220">
                <a:tc>
                  <a:txBody>
                    <a:bodyPr wrap="square" lIns="137160" rIns="137160" tIns="73152" bIns="73152"/>
                    <a:lstStyle/>
                    <a:p>
                      <a:pPr algn="l"/>
                      <a:r>
                        <a:rPr sz="1800">
                          <a:solidFill>
                            <a:srgbClr val="27282C"/>
                          </a:solidFill>
                          <a:latin typeface="Inter"/>
                        </a:rPr>
                        <a:t>creationDate &gt;= … AND &lt; …</a:t>
                      </a:r>
                    </a:p>
                  </a:txBody>
                  <a:tcPr>
                    <a:solidFill>
                      <a:srgbClr val="FFFFFF"/>
                    </a:solidFill>
                  </a:tcPr>
                </a:tc>
                <a:tc>
                  <a:txBody>
                    <a:bodyPr wrap="square" lIns="137160" rIns="137160" tIns="73152" bIns="73152"/>
                    <a:lstStyle/>
                    <a:p>
                      <a:pPr algn="l"/>
                      <a:r>
                        <a:rPr sz="1800">
                          <a:solidFill>
                            <a:srgbClr val="27282C"/>
                          </a:solidFill>
                          <a:latin typeface="Inter"/>
                        </a:rPr>
                        <a:t>IndexLookup</a:t>
                      </a:r>
                    </a:p>
                  </a:txBody>
                  <a:tcPr>
                    <a:solidFill>
                      <a:srgbClr val="FFFFFF"/>
                    </a:solidFill>
                  </a:tcPr>
                </a:tc>
                <a:tc>
                  <a:txBody>
                    <a:bodyPr wrap="square" lIns="137160" rIns="137160" tIns="73152" bIns="73152"/>
                    <a:lstStyle/>
                    <a:p>
                      <a:pPr algn="l"/>
                      <a:r>
                        <a:rPr sz="1800">
                          <a:solidFill>
                            <a:srgbClr val="27282C"/>
                          </a:solidFill>
                          <a:latin typeface="Inter"/>
                        </a:rPr>
                        <a:t>#822</a:t>
                      </a:r>
                    </a:p>
                  </a:txBody>
                  <a:tcPr>
                    <a:solidFill>
                      <a:srgbClr val="FFFFFF"/>
                    </a:solidFill>
                  </a:tcPr>
                </a:tc>
                <a:tc>
                  <a:txBody>
                    <a:bodyPr wrap="square" lIns="137160" rIns="137160" tIns="73152" bIns="73152"/>
                    <a:lstStyle/>
                    <a:p>
                      <a:pPr algn="l"/>
                      <a:r>
                        <a:rPr sz="1800">
                          <a:solidFill>
                            <a:srgbClr val="27282C"/>
                          </a:solidFill>
                          <a:latin typeface="Inter"/>
                        </a:rPr>
                        <a:t>#973</a:t>
                      </a:r>
                    </a:p>
                  </a:txBody>
                  <a:tcPr>
                    <a:solidFill>
                      <a:srgbClr val="FFFFFF"/>
                    </a:solidFill>
                  </a:tcPr>
                </a:tc>
              </a:tr>
              <a:tr h="617220">
                <a:tc>
                  <a:txBody>
                    <a:bodyPr wrap="square" lIns="137160" rIns="137160" tIns="73152" bIns="73152"/>
                    <a:lstStyle/>
                    <a:p>
                      <a:pPr algn="l"/>
                      <a:r>
                        <a:rPr sz="1800">
                          <a:solidFill>
                            <a:srgbClr val="27282C"/>
                          </a:solidFill>
                          <a:latin typeface="Inter"/>
                        </a:rPr>
                        <a:t>msgCountry.name IN [...]</a:t>
                      </a:r>
                    </a:p>
                  </a:txBody>
                  <a:tcPr>
                    <a:solidFill>
                      <a:srgbClr val="F5F7FB"/>
                    </a:solidFill>
                  </a:tcPr>
                </a:tc>
                <a:tc>
                  <a:txBody>
                    <a:bodyPr wrap="square" lIns="137160" rIns="137160" tIns="73152" bIns="73152"/>
                    <a:lstStyle/>
                    <a:p>
                      <a:pPr algn="l"/>
                      <a:r>
                        <a:rPr sz="1800">
                          <a:solidFill>
                            <a:srgbClr val="27282C"/>
                          </a:solidFill>
                          <a:latin typeface="Inter"/>
                        </a:rPr>
                        <a:t>IndexLookup</a:t>
                      </a:r>
                    </a:p>
                  </a:txBody>
                  <a:tcPr>
                    <a:solidFill>
                      <a:srgbClr val="F5F7FB"/>
                    </a:solidFill>
                  </a:tcPr>
                </a:tc>
                <a:tc>
                  <a:txBody>
                    <a:bodyPr wrap="square" lIns="137160" rIns="137160" tIns="73152" bIns="73152"/>
                    <a:lstStyle/>
                    <a:p>
                      <a:pPr algn="l"/>
                      <a:r>
                        <a:rPr sz="1800">
                          <a:solidFill>
                            <a:srgbClr val="27282C"/>
                          </a:solidFill>
                          <a:latin typeface="Inter"/>
                        </a:rPr>
                        <a:t>#822</a:t>
                      </a:r>
                    </a:p>
                  </a:txBody>
                  <a:tcPr>
                    <a:solidFill>
                      <a:srgbClr val="F5F7FB"/>
                    </a:solidFill>
                  </a:tcPr>
                </a:tc>
                <a:tc>
                  <a:txBody>
                    <a:bodyPr wrap="square" lIns="137160" rIns="137160" tIns="73152" bIns="73152"/>
                    <a:lstStyle/>
                    <a:p>
                      <a:pPr algn="l"/>
                      <a:r>
                        <a:rPr sz="1800">
                          <a:solidFill>
                            <a:srgbClr val="27282C"/>
                          </a:solidFill>
                          <a:latin typeface="Inter"/>
                        </a:rPr>
                        <a:t>#973</a:t>
                      </a:r>
                    </a:p>
                  </a:txBody>
                  <a:tcPr>
                    <a:solidFill>
                      <a:srgbClr val="F5F7FB"/>
                    </a:solidFill>
                  </a:tcPr>
                </a:tc>
              </a:tr>
              <a:tr h="617220">
                <a:tc>
                  <a:txBody>
                    <a:bodyPr wrap="square" lIns="137160" rIns="137160" tIns="73152" bIns="73152"/>
                    <a:lstStyle/>
                    <a:p>
                      <a:pPr algn="l"/>
                      <a:r>
                        <a:rPr sz="1800">
                          <a:solidFill>
                            <a:srgbClr val="27282C"/>
                          </a:solidFill>
                          <a:latin typeface="Inter"/>
                        </a:rPr>
                        <a:t>country.name NOT IN [...]</a:t>
                      </a:r>
                    </a:p>
                  </a:txBody>
                  <a:tcPr>
                    <a:solidFill>
                      <a:srgbClr val="FFFFFF"/>
                    </a:solidFill>
                  </a:tcPr>
                </a:tc>
                <a:tc>
                  <a:txBody>
                    <a:bodyPr wrap="square" lIns="137160" rIns="137160" tIns="73152" bIns="73152"/>
                    <a:lstStyle/>
                    <a:p>
                      <a:pPr algn="l"/>
                      <a:r>
                        <a:rPr sz="1800">
                          <a:solidFill>
                            <a:srgbClr val="27282C"/>
                          </a:solidFill>
                          <a:latin typeface="Inter"/>
                        </a:rPr>
                        <a:t>Class filter (Case A)</a:t>
                      </a:r>
                    </a:p>
                  </a:txBody>
                  <a:tcPr>
                    <a:solidFill>
                      <a:srgbClr val="FFFFFF"/>
                    </a:solidFill>
                  </a:tcPr>
                </a:tc>
                <a:tc>
                  <a:txBody>
                    <a:bodyPr wrap="square" lIns="137160" rIns="137160" tIns="73152" bIns="73152"/>
                    <a:lstStyle/>
                    <a:p>
                      <a:pPr algn="l"/>
                      <a:r>
                        <a:rPr sz="1800">
                          <a:solidFill>
                            <a:srgbClr val="27282C"/>
                          </a:solidFill>
                          <a:latin typeface="Inter"/>
                        </a:rPr>
                        <a:t>#822</a:t>
                      </a:r>
                    </a:p>
                  </a:txBody>
                  <a:tcPr>
                    <a:solidFill>
                      <a:srgbClr val="FFFFFF"/>
                    </a:solidFill>
                  </a:tcPr>
                </a:tc>
                <a:tc>
                  <a:txBody>
                    <a:bodyPr wrap="square" lIns="137160" rIns="137160" tIns="73152" bIns="73152"/>
                    <a:lstStyle/>
                    <a:p>
                      <a:pPr algn="l"/>
                      <a:r>
                        <a:rPr sz="1800">
                          <a:solidFill>
                            <a:srgbClr val="27282C"/>
                          </a:solidFill>
                          <a:latin typeface="Inter"/>
                        </a:rPr>
                        <a:t>—</a:t>
                      </a:r>
                    </a:p>
                  </a:txBody>
                  <a:tcPr>
                    <a:solidFill>
                      <a:srgbClr val="FFFFFF"/>
                    </a:solidFill>
                  </a:tcPr>
                </a:tc>
              </a:tr>
            </a:tbl>
          </a:graphicData>
        </a:graphic>
      </p:graphicFrame>
      <p:sp>
        <p:nvSpPr>
          <p:cNvPr id="5" name="TextBox 4"/>
          <p:cNvSpPr txBox="1"/>
          <p:nvPr/>
        </p:nvSpPr>
        <p:spPr>
          <a:xfrm>
            <a:off x="1097280" y="10332720"/>
            <a:ext cx="22219920" cy="1371600"/>
          </a:xfrm>
          <a:prstGeom prst="rect">
            <a:avLst/>
          </a:prstGeom>
          <a:noFill/>
        </p:spPr>
        <p:txBody>
          <a:bodyPr wrap="square">
            <a:spAutoFit/>
          </a:bodyPr>
          <a:lstStyle/>
          <a:p>
            <a:pPr algn="l">
              <a:lnSpc>
                <a:spcPct val="125000"/>
              </a:lnSpc>
            </a:pPr>
            <a:r>
              <a:rPr sz="1800">
                <a:solidFill>
                  <a:srgbClr val="27282C"/>
                </a:solidFill>
                <a:latin typeface="Inter"/>
              </a:rPr>
              <a:t>• Pre-filter alone activates these three sites</a:t>
            </a:r>
          </a:p>
          <a:p>
            <a:pPr algn="l">
              <a:lnSpc>
                <a:spcPct val="125000"/>
              </a:lnSpc>
            </a:pPr>
            <a:r>
              <a:rPr sz="1800">
                <a:solidFill>
                  <a:srgbClr val="27282C"/>
                </a:solidFill>
                <a:latin typeface="Inter"/>
              </a:rPr>
              <a:t>• Multi-branch handling is a </a:t>
            </a:r>
            <a:r>
              <a:rPr sz="1800" b="1">
                <a:solidFill>
                  <a:srgbClr val="FC801D"/>
                </a:solidFill>
                <a:latin typeface="Inter"/>
              </a:rPr>
              <a:t>sibling optimization</a:t>
            </a:r>
            <a:r>
              <a:rPr sz="1800">
                <a:solidFill>
                  <a:srgbClr val="27282C"/>
                </a:solidFill>
                <a:latin typeface="Inter"/>
              </a:rPr>
              <a:t> (out of scope)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What's next</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Live cost measurement from runtime metrics (loadToScanRatio is static today)</a:t>
            </a:r>
          </a:p>
          <a:p>
            <a:pPr algn="l">
              <a:lnSpc>
                <a:spcPct val="125000"/>
              </a:lnSpc>
            </a:pPr>
            <a:r>
              <a:rPr sz="2600">
                <a:solidFill>
                  <a:srgbClr val="27282C"/>
                </a:solidFill>
                <a:latin typeface="Inter"/>
              </a:rPr>
              <a:t>• Histogram coverage for edge properties (EdgeFanOutEstimator is class-level)</a:t>
            </a:r>
          </a:p>
          <a:p>
            <a:pPr algn="l">
              <a:lnSpc>
                <a:spcPct val="125000"/>
              </a:lnSpc>
            </a:pPr>
            <a:r>
              <a:rPr sz="2600">
                <a:solidFill>
                  <a:srgbClr val="27282C"/>
                </a:solidFill>
                <a:latin typeface="Inter"/>
              </a:rPr>
              <a:t>• </a:t>
            </a:r>
            <a:r>
              <a:rPr sz="2600" b="1">
                <a:solidFill>
                  <a:srgbClr val="FC801D"/>
                </a:solidFill>
                <a:latin typeface="Inter"/>
              </a:rPr>
              <a:t>Composite pre-filter</a:t>
            </a:r>
            <a:r>
              <a:rPr sz="2600">
                <a:solidFill>
                  <a:srgbClr val="27282C"/>
                </a:solidFill>
                <a:latin typeface="Inter"/>
              </a:rPr>
              <a:t> for index + back-reference together</a:t>
            </a:r>
          </a:p>
          <a:p>
            <a:pPr algn="l">
              <a:lnSpc>
                <a:spcPct val="125000"/>
              </a:lnSpc>
            </a:pPr>
            <a:r>
              <a:rPr sz="2600">
                <a:solidFill>
                  <a:srgbClr val="27282C"/>
                </a:solidFill>
                <a:latin typeface="Inter"/>
              </a:rPr>
              <a:t>• Better integration with sibling hash-join work (out of scope here)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Reading order if you want to verify</a:t>
            </a:r>
          </a:p>
        </p:txBody>
      </p:sp>
      <p:sp>
        <p:nvSpPr>
          <p:cNvPr id="3" name="TextBox 2"/>
          <p:cNvSpPr txBox="1"/>
          <p:nvPr/>
        </p:nvSpPr>
        <p:spPr>
          <a:xfrm>
            <a:off x="1097280" y="3474720"/>
            <a:ext cx="22219920" cy="640080"/>
          </a:xfrm>
          <a:prstGeom prst="rect">
            <a:avLst/>
          </a:prstGeom>
          <a:noFill/>
        </p:spPr>
        <p:txBody>
          <a:bodyPr wrap="square">
            <a:spAutoFit/>
          </a:bodyPr>
          <a:lstStyle/>
          <a:p>
            <a:pPr>
              <a:defRPr sz="1800" b="1">
                <a:solidFill>
                  <a:srgbClr val="6B57FF"/>
                </a:solidFill>
                <a:latin typeface="Inter"/>
              </a:defRPr>
            </a:pPr>
            <a:r>
              <a:t>Root: core/src/main/java/com/jetbrains/youtrackdb/internal/core/sql/executor/</a:t>
            </a:r>
          </a:p>
        </p:txBody>
      </p:sp>
      <p:sp>
        <p:nvSpPr>
          <p:cNvPr id="4" name="TextBox 3"/>
          <p:cNvSpPr txBox="1"/>
          <p:nvPr/>
        </p:nvSpPr>
        <p:spPr>
          <a:xfrm>
            <a:off x="1097280" y="4389120"/>
            <a:ext cx="22219920" cy="4114800"/>
          </a:xfrm>
          <a:prstGeom prst="rect">
            <a:avLst/>
          </a:prstGeom>
          <a:noFill/>
        </p:spPr>
        <p:txBody>
          <a:bodyPr wrap="square">
            <a:spAutoFit/>
          </a:bodyPr>
          <a:lstStyle/>
          <a:p>
            <a:pPr algn="l">
              <a:lnSpc>
                <a:spcPct val="125000"/>
              </a:lnSpc>
            </a:pPr>
            <a:r>
              <a:rPr sz="2200">
                <a:solidFill>
                  <a:srgbClr val="27282C"/>
                </a:solidFill>
                <a:latin typeface="Inter"/>
              </a:rPr>
              <a:t>• 1. TraversalPreFilterHelper.java</a:t>
            </a:r>
          </a:p>
          <a:p>
            <a:pPr algn="l">
              <a:lnSpc>
                <a:spcPct val="125000"/>
              </a:lnSpc>
            </a:pPr>
            <a:r>
              <a:rPr sz="2200">
                <a:solidFill>
                  <a:srgbClr val="27282C"/>
                </a:solidFill>
                <a:latin typeface="Inter"/>
              </a:rPr>
              <a:t>• 2. match/MatchExecutionPlanner.optimizeScheduleWithIntersections</a:t>
            </a:r>
          </a:p>
          <a:p>
            <a:pPr algn="l">
              <a:lnSpc>
                <a:spcPct val="125000"/>
              </a:lnSpc>
            </a:pPr>
            <a:r>
              <a:rPr sz="2200">
                <a:solidFill>
                  <a:srgbClr val="27282C"/>
                </a:solidFill>
                <a:latin typeface="Inter"/>
              </a:rPr>
              <a:t>• 3. match/EdgeTraversal.resolveWithCache</a:t>
            </a:r>
          </a:p>
          <a:p>
            <a:pPr algn="l">
              <a:lnSpc>
                <a:spcPct val="125000"/>
              </a:lnSpc>
            </a:pPr>
            <a:r>
              <a:rPr sz="2200">
                <a:solidFill>
                  <a:srgbClr val="27282C"/>
                </a:solidFill>
                <a:latin typeface="Inter"/>
              </a:rPr>
              <a:t>• 4. RidFilterDescriptor.passesSelectivityCheck</a:t>
            </a:r>
          </a:p>
          <a:p>
            <a:pPr algn="l">
              <a:lnSpc>
                <a:spcPct val="125000"/>
              </a:lnSpc>
            </a:pPr>
            <a:r>
              <a:rPr sz="2200">
                <a:solidFill>
                  <a:srgbClr val="27282C"/>
                </a:solidFill>
                <a:latin typeface="Inter"/>
              </a:rPr>
              <a:t>• 5. match/MatchStep.appendPreFilterStats (what PROFILE shows)</a:t>
            </a:r>
          </a:p>
        </p:txBody>
      </p:sp>
      <p:sp>
        <p:nvSpPr>
          <p:cNvPr id="5" name="TextBox 4"/>
          <p:cNvSpPr txBox="1"/>
          <p:nvPr/>
        </p:nvSpPr>
        <p:spPr>
          <a:xfrm>
            <a:off x="1097280" y="9144000"/>
            <a:ext cx="22219920" cy="640080"/>
          </a:xfrm>
          <a:prstGeom prst="rect">
            <a:avLst/>
          </a:prstGeom>
          <a:noFill/>
        </p:spPr>
        <p:txBody>
          <a:bodyPr wrap="square">
            <a:spAutoFit/>
          </a:bodyPr>
          <a:lstStyle/>
          <a:p>
            <a:pPr>
              <a:defRPr sz="1800" b="1">
                <a:solidFill>
                  <a:srgbClr val="6B57FF"/>
                </a:solidFill>
                <a:latin typeface="Inter"/>
              </a:defRPr>
            </a:pPr>
            <a:r>
              <a:t>Durable ADR: docs/adr/index-assisted-traversal/design-final.md</a:t>
            </a:r>
          </a:p>
        </p:txBody>
      </p:sp>
      <p:sp>
        <p:nvSpPr>
          <p:cNvPr id="6" name="TextBox 5"/>
          <p:cNvSpPr txBox="1"/>
          <p:nvPr/>
        </p:nvSpPr>
        <p:spPr>
          <a:xfrm>
            <a:off x="1097280" y="10241280"/>
            <a:ext cx="22219920" cy="640080"/>
          </a:xfrm>
          <a:prstGeom prst="rect">
            <a:avLst/>
          </a:prstGeom>
          <a:noFill/>
        </p:spPr>
        <p:txBody>
          <a:bodyPr wrap="square">
            <a:spAutoFit/>
          </a:bodyPr>
          <a:lstStyle/>
          <a:p>
            <a:pPr>
              <a:defRPr sz="3600" b="1">
                <a:solidFill>
                  <a:srgbClr val="087CFA"/>
                </a:solidFill>
                <a:latin typeface="Inter"/>
              </a:defRPr>
            </a:pPr>
            <a:r>
              <a:t>Thanks. Questions.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5486400"/>
            <a:ext cx="22219920" cy="2286000"/>
          </a:xfrm>
          <a:prstGeom prst="rect">
            <a:avLst/>
          </a:prstGeom>
          <a:noFill/>
        </p:spPr>
        <p:txBody>
          <a:bodyPr wrap="none">
            <a:spAutoFit/>
          </a:bodyPr>
          <a:lstStyle/>
          <a:p>
            <a:pPr algn="ctr">
              <a:defRPr sz="6000" b="1">
                <a:solidFill>
                  <a:srgbClr val="FC801D"/>
                </a:solidFill>
                <a:latin typeface="Inter"/>
              </a:defRPr>
            </a:pPr>
            <a:r>
              <a:t>Backup slides (for Q&amp;A)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Backup A — EdgeTraversal.cache</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400">
                <a:solidFill>
                  <a:srgbClr val="27282C"/>
                </a:solidFill>
                <a:latin typeface="Inter"/>
              </a:rPr>
              <a:t>• Per-edge LRU, capacity 64</a:t>
            </a:r>
          </a:p>
          <a:p>
            <a:pPr algn="l">
              <a:lnSpc>
                <a:spcPct val="125000"/>
              </a:lnSpc>
            </a:pPr>
            <a:r>
              <a:rPr sz="2400">
                <a:solidFill>
                  <a:srgbClr val="27282C"/>
                </a:solidFill>
                <a:latin typeface="Inter"/>
              </a:rPr>
              <a:t>• Key: descriptor cache fingerprint</a:t>
            </a:r>
          </a:p>
          <a:p>
            <a:pPr algn="l">
              <a:lnSpc>
                <a:spcPct val="125000"/>
              </a:lnSpc>
            </a:pPr>
            <a:r>
              <a:rPr sz="2400">
                <a:solidFill>
                  <a:srgbClr val="27282C"/>
                </a:solidFill>
                <a:latin typeface="Inter"/>
              </a:rPr>
              <a:t>• Value: resolved RidSet, or null with parallel </a:t>
            </a:r>
            <a:r>
              <a:rPr sz="2400" b="1">
                <a:solidFill>
                  <a:srgbClr val="FC801D"/>
                </a:solidFill>
                <a:latin typeface="Inter"/>
              </a:rPr>
              <a:t>cachedSkipReasons</a:t>
            </a:r>
            <a:r>
              <a:rPr sz="2400">
                <a:solidFill>
                  <a:srgbClr val="27282C"/>
                </a:solidFill>
                <a:latin typeface="Inter"/>
              </a:rPr>
              <a:t> map</a:t>
            </a:r>
          </a:p>
          <a:p>
            <a:pPr algn="l">
              <a:lnSpc>
                <a:spcPct val="125000"/>
              </a:lnSpc>
            </a:pPr>
            <a:r>
              <a:rPr sz="2400">
                <a:solidFill>
                  <a:srgbClr val="27282C"/>
                </a:solidFill>
                <a:latin typeface="Inter"/>
              </a:rPr>
              <a:t>• Why a separate map for reasons: cached-null hit must restore the </a:t>
            </a:r>
            <a:r>
              <a:rPr sz="2400" b="1">
                <a:solidFill>
                  <a:srgbClr val="FC801D"/>
                </a:solidFill>
                <a:latin typeface="Inter"/>
              </a:rPr>
              <a:t>original</a:t>
            </a:r>
            <a:r>
              <a:rPr sz="2400">
                <a:solidFill>
                  <a:srgbClr val="27282C"/>
                </a:solidFill>
                <a:latin typeface="Inter"/>
              </a:rPr>
              <a:t> skip reason, not the most-recent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Backup B — RidSet data structure</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Int2ObjectOpenHashMap&lt;Roaring64Bitmap&gt; (cluster ID → bitmap of positions)</a:t>
            </a:r>
          </a:p>
          <a:p>
            <a:pPr algn="l">
              <a:lnSpc>
                <a:spcPct val="125000"/>
              </a:lnSpc>
            </a:pPr>
            <a:r>
              <a:rPr sz="2600">
                <a:solidFill>
                  <a:srgbClr val="27282C"/>
                </a:solidFill>
                <a:latin typeface="Inter"/>
              </a:rPr>
              <a:t>• Rewritten in PR #781 from a HashSet&lt;RID&gt;</a:t>
            </a:r>
          </a:p>
          <a:p>
            <a:pPr algn="l">
              <a:lnSpc>
                <a:spcPct val="125000"/>
              </a:lnSpc>
            </a:pPr>
            <a:r>
              <a:rPr sz="2600">
                <a:solidFill>
                  <a:srgbClr val="27282C"/>
                </a:solidFill>
                <a:latin typeface="Inter"/>
              </a:rPr>
              <a:t>• Membership test: </a:t>
            </a:r>
            <a:r>
              <a:rPr sz="2600" b="1">
                <a:solidFill>
                  <a:srgbClr val="FC801D"/>
                </a:solidFill>
                <a:latin typeface="Inter"/>
              </a:rPr>
              <a:t>~3 instructions</a:t>
            </a:r>
          </a:p>
          <a:p>
            <a:pPr algn="l">
              <a:lnSpc>
                <a:spcPct val="125000"/>
              </a:lnSpc>
            </a:pPr>
            <a:r>
              <a:rPr sz="2600">
                <a:solidFill>
                  <a:srgbClr val="27282C"/>
                </a:solidFill>
                <a:latin typeface="Inter"/>
              </a:rPr>
              <a:t>• Iteration: cluster-by-cluster, friendly to LinkBag layout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Backup C — IndexSearchDescriptor.cacheFingerprint</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Previously cache key was index.getName()</a:t>
            </a:r>
          </a:p>
          <a:p>
            <a:pPr algn="l">
              <a:lnSpc>
                <a:spcPct val="125000"/>
              </a:lnSpc>
            </a:pPr>
            <a:r>
              <a:rPr sz="2600">
                <a:solidFill>
                  <a:srgbClr val="27282C"/>
                </a:solidFill>
                <a:latin typeface="Inter"/>
              </a:rPr>
              <a:t>• Two IndexLookups on same index with different conditions would have aliased</a:t>
            </a:r>
          </a:p>
          <a:p>
            <a:pPr algn="l">
              <a:lnSpc>
                <a:spcPct val="125000"/>
              </a:lnSpc>
            </a:pPr>
            <a:r>
              <a:rPr sz="2600">
                <a:solidFill>
                  <a:srgbClr val="27282C"/>
                </a:solidFill>
                <a:latin typeface="Inter"/>
              </a:rPr>
              <a:t>• Latent bug: planner happens to emit at most one IndexLookup per edge today</a:t>
            </a:r>
          </a:p>
          <a:p>
            <a:pPr algn="l">
              <a:lnSpc>
                <a:spcPct val="125000"/>
              </a:lnSpc>
            </a:pPr>
            <a:r>
              <a:rPr sz="2600">
                <a:solidFill>
                  <a:srgbClr val="27282C"/>
                </a:solidFill>
                <a:latin typeface="Inter"/>
              </a:rPr>
              <a:t>• Fix: include </a:t>
            </a:r>
            <a:r>
              <a:rPr sz="2600" b="1">
                <a:solidFill>
                  <a:srgbClr val="FC801D"/>
                </a:solidFill>
                <a:latin typeface="Inter"/>
              </a:rPr>
              <a:t>keyCondition</a:t>
            </a:r>
            <a:r>
              <a:rPr sz="2600">
                <a:solidFill>
                  <a:srgbClr val="27282C"/>
                </a:solidFill>
                <a:latin typeface="Inter"/>
              </a:rPr>
              <a:t> and </a:t>
            </a:r>
            <a:r>
              <a:rPr sz="2600" b="1">
                <a:solidFill>
                  <a:srgbClr val="FC801D"/>
                </a:solidFill>
                <a:latin typeface="Inter"/>
              </a:rPr>
              <a:t>additionalRangeCondition</a:t>
            </a:r>
            <a:r>
              <a:rPr sz="2600">
                <a:solidFill>
                  <a:srgbClr val="27282C"/>
                </a:solidFill>
                <a:latin typeface="Inter"/>
              </a:rPr>
              <a:t> in fingerprint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Backup D — stampEdgeForecasts pitfalls</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600">
                <a:solidFill>
                  <a:srgbClr val="27282C"/>
                </a:solidFill>
                <a:latin typeface="Inter"/>
              </a:rPr>
              <a:t>• Forecast pass exists only to feed BUILD_EAGER decision</a:t>
            </a:r>
          </a:p>
          <a:p>
            <a:pPr algn="l">
              <a:lnSpc>
                <a:spcPct val="125000"/>
              </a:lnSpc>
            </a:pPr>
            <a:r>
              <a:rPr sz="2600">
                <a:solidFill>
                  <a:srgbClr val="27282C"/>
                </a:solidFill>
                <a:latin typeface="Inter"/>
              </a:rPr>
              <a:t>• Short-circuit: skip if </a:t>
            </a:r>
            <a:r>
              <a:rPr sz="2600" b="1">
                <a:solidFill>
                  <a:srgbClr val="FC801D"/>
                </a:solidFill>
                <a:latin typeface="Inter"/>
              </a:rPr>
              <a:t>no edge has IndexLookup</a:t>
            </a:r>
            <a:r>
              <a:rPr sz="2600">
                <a:solidFill>
                  <a:srgbClr val="27282C"/>
                </a:solidFill>
                <a:latin typeface="Inter"/>
              </a:rPr>
              <a:t> (standalone or in Composite)</a:t>
            </a:r>
          </a:p>
          <a:p>
            <a:pPr algn="l">
              <a:lnSpc>
                <a:spcPct val="125000"/>
              </a:lnSpc>
            </a:pPr>
            <a:r>
              <a:rPr sz="2600">
                <a:solidFill>
                  <a:srgbClr val="27282C"/>
                </a:solidFill>
                <a:latin typeface="Inter"/>
              </a:rPr>
              <a:t>• Long.MAX_VALUE sentinels for inferred-class aliases stripped at input</a:t>
            </a:r>
          </a:p>
          <a:p>
            <a:pPr algn="l">
              <a:lnSpc>
                <a:spcPct val="125000"/>
              </a:lnSpc>
            </a:pPr>
            <a:r>
              <a:rPr sz="2600">
                <a:solidFill>
                  <a:srgbClr val="27282C"/>
                </a:solidFill>
                <a:latin typeface="Inter"/>
              </a:rPr>
              <a:t>• Saturated forecast stored as </a:t>
            </a:r>
            <a:r>
              <a:rPr sz="2600" b="1">
                <a:solidFill>
                  <a:srgbClr val="FC801D"/>
                </a:solidFill>
                <a:latin typeface="Inter"/>
              </a:rPr>
              <a:t>−1</a:t>
            </a:r>
            <a:r>
              <a:rPr sz="2600">
                <a:solidFill>
                  <a:srgbClr val="27282C"/>
                </a:solidFill>
                <a:latin typeface="Inter"/>
              </a:rPr>
              <a:t>, not clamped (clamping would re-introduce inflation)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731520"/>
            <a:ext cx="22219920" cy="2011680"/>
          </a:xfrm>
          <a:prstGeom prst="rect">
            <a:avLst/>
          </a:prstGeom>
          <a:noFill/>
        </p:spPr>
        <p:txBody>
          <a:bodyPr wrap="square" lIns="0">
            <a:spAutoFit/>
          </a:bodyPr>
          <a:lstStyle/>
          <a:p>
            <a:pPr>
              <a:defRPr sz="4400" b="1">
                <a:solidFill>
                  <a:srgbClr val="087CFA"/>
                </a:solidFill>
                <a:latin typeface="Inter"/>
              </a:defRPr>
            </a:pPr>
            <a:r>
              <a:t>Backup E — Why no live cost measurement in #973</a:t>
            </a:r>
          </a:p>
        </p:txBody>
      </p:sp>
      <p:sp>
        <p:nvSpPr>
          <p:cNvPr id="3" name="TextBox 2"/>
          <p:cNvSpPr txBox="1"/>
          <p:nvPr/>
        </p:nvSpPr>
        <p:spPr>
          <a:xfrm>
            <a:off x="1097280" y="4572000"/>
            <a:ext cx="22219920" cy="6400800"/>
          </a:xfrm>
          <a:prstGeom prst="rect">
            <a:avLst/>
          </a:prstGeom>
          <a:noFill/>
        </p:spPr>
        <p:txBody>
          <a:bodyPr wrap="square">
            <a:spAutoFit/>
          </a:bodyPr>
          <a:lstStyle/>
          <a:p>
            <a:pPr algn="l">
              <a:lnSpc>
                <a:spcPct val="125000"/>
              </a:lnSpc>
            </a:pPr>
            <a:r>
              <a:rPr sz="2400">
                <a:solidFill>
                  <a:srgbClr val="27282C"/>
                </a:solidFill>
                <a:latin typeface="Inter"/>
              </a:rPr>
              <a:t>• We considered using runtime metrics to update loadToScanRatio per query</a:t>
            </a:r>
          </a:p>
          <a:p>
            <a:pPr algn="l">
              <a:lnSpc>
                <a:spcPct val="125000"/>
              </a:lnSpc>
            </a:pPr>
            <a:r>
              <a:rPr sz="2400">
                <a:solidFill>
                  <a:srgbClr val="27282C"/>
                </a:solidFill>
                <a:latin typeface="Inter"/>
              </a:rPr>
              <a:t>• </a:t>
            </a:r>
            <a:r>
              <a:rPr sz="2400" b="1">
                <a:solidFill>
                  <a:srgbClr val="FC801D"/>
                </a:solidFill>
                <a:latin typeface="Inter"/>
              </a:rPr>
              <a:t>Sample bias:</a:t>
            </a:r>
            <a:r>
              <a:rPr sz="2400">
                <a:solidFill>
                  <a:srgbClr val="27282C"/>
                </a:solidFill>
                <a:latin typeface="Inter"/>
              </a:rPr>
              <a:t> pre-filter pre-rejected vertices never get loaded → cannot measure their hypothetical load cost</a:t>
            </a:r>
          </a:p>
          <a:p>
            <a:pPr algn="l">
              <a:lnSpc>
                <a:spcPct val="125000"/>
              </a:lnSpc>
            </a:pPr>
            <a:r>
              <a:rPr sz="2400">
                <a:solidFill>
                  <a:srgbClr val="27282C"/>
                </a:solidFill>
                <a:latin typeface="Inter"/>
              </a:rPr>
              <a:t>• Solution: collect cost samples from queries where pre-filter did not apply</a:t>
            </a:r>
          </a:p>
          <a:p>
            <a:pPr algn="l">
              <a:lnSpc>
                <a:spcPct val="125000"/>
              </a:lnSpc>
            </a:pPr>
            <a:r>
              <a:rPr sz="2400">
                <a:solidFill>
                  <a:srgbClr val="27282C"/>
                </a:solidFill>
                <a:latin typeface="Inter"/>
              </a:rPr>
              <a:t>• Out of scope for #973, planned for a follow-up</a:t>
            </a:r>
          </a:p>
        </p:txBody>
      </p:sp>
    </p:spTree>
  </p:cSld>
  <p:clrMapOvr>
    <a:masterClrMapping/>
  </p:clrMapOvr>
</p:sld>
</file>

<file path=ppt/theme/theme1.xml><?xml version="1.0" encoding="utf-8"?>
<a:theme xmlns:a="http://schemas.openxmlformats.org/drawingml/2006/main" xmlns:r="http://schemas.openxmlformats.org/officeDocument/2006/relationships" name="JetBrains Presentation Dark Template 2024">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